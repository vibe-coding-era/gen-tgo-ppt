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24384000" cy="13716000"/>
  <p:notesSz cx="6858000" cy="9144000"/>
  <p:custDataLst>
    <p:tags r:id="rId14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4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82" name="Shape 8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1pPr>
    <a:lvl2pPr indent="2286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2pPr>
    <a:lvl3pPr indent="4572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3pPr>
    <a:lvl4pPr indent="6858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4pPr>
    <a:lvl5pPr indent="9144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5pPr>
    <a:lvl6pPr indent="11430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6pPr>
    <a:lvl7pPr indent="13716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7pPr>
    <a:lvl8pPr indent="16002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8pPr>
    <a:lvl9pPr indent="18288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封面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幻灯片编号"/>
          <p:cNvSpPr txBox="1"/>
          <p:nvPr>
            <p:ph type="sldNum" sz="quarter" idx="2"/>
          </p:nvPr>
        </p:nvSpPr>
        <p:spPr>
          <a:xfrm>
            <a:off x="12026401" y="10358436"/>
            <a:ext cx="324054" cy="32992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/Users/evelynyi/Desktop/封面.png封面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43505" y="5380038"/>
            <a:ext cx="19096990" cy="2955925"/>
          </a:xfrm>
        </p:spPr>
        <p:txBody>
          <a:bodyPr anchor="ctr" anchorCtr="0"/>
          <a:lstStyle>
            <a:lvl1pPr>
              <a:defRPr sz="11500" b="1">
                <a:latin typeface="Source Han Sans CN Bold" panose="020B0800000000000000" charset="-122"/>
                <a:ea typeface="Source Han Sans CN Bold" panose="020B0800000000000000" charset="-122"/>
              </a:defRPr>
            </a:lvl1pPr>
          </a:lstStyle>
          <a:p>
            <a:r>
              <a:rPr lang="zh-CN" altLang="en-US" smtClean="0"/>
              <a:t>标题</a:t>
            </a:r>
            <a:r>
              <a:rPr lang="zh-CN" altLang="en-US" smtClean="0"/>
              <a:t>文本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面 拷贝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3.jpg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" name="标题文本"/>
          <p:cNvSpPr txBox="1"/>
          <p:nvPr>
            <p:ph type="title" hasCustomPrompt="1"/>
          </p:nvPr>
        </p:nvSpPr>
        <p:spPr>
          <a:xfrm>
            <a:off x="1645646" y="2325882"/>
            <a:ext cx="17084637" cy="2837687"/>
          </a:xfrm>
          <a:prstGeom prst="rect">
            <a:avLst/>
          </a:prstGeom>
        </p:spPr>
        <p:txBody>
          <a:bodyPr anchor="t"/>
          <a:lstStyle>
            <a:lvl1pPr algn="l">
              <a:defRPr sz="8000" b="1"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26" name="正文级别 1…"/>
          <p:cNvSpPr txBox="1"/>
          <p:nvPr>
            <p:ph type="body" sz="half" idx="1" hasCustomPrompt="1"/>
          </p:nvPr>
        </p:nvSpPr>
        <p:spPr>
          <a:xfrm>
            <a:off x="1646887" y="5535351"/>
            <a:ext cx="19012233" cy="5854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1pPr>
            <a:lvl2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2pPr>
            <a:lvl3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3pPr>
            <a:lvl4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4pPr>
            <a:lvl5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自我介绍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文级别 1…"/>
          <p:cNvSpPr txBox="1"/>
          <p:nvPr>
            <p:ph type="body" sz="half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" name="自我介绍"/>
          <p:cNvSpPr txBox="1"/>
          <p:nvPr userDrawn="1">
            <p:custDataLst>
              <p:tags r:id="rId2"/>
            </p:custDataLst>
          </p:nvPr>
        </p:nvSpPr>
        <p:spPr>
          <a:xfrm>
            <a:off x="1597025" y="2035175"/>
            <a:ext cx="3609340" cy="1042035"/>
          </a:xfrm>
          <a:prstGeom prst="rect">
            <a:avLst/>
          </a:prstGeom>
          <a:ln w="12700">
            <a:miter lim="400000"/>
          </a:ln>
        </p:spPr>
        <p:txBody>
          <a:bodyPr wrap="square" lIns="28575" tIns="28575" rIns="28575" bIns="28575" anchor="ctr">
            <a:spAutoFit/>
          </a:bodyPr>
          <a:lstStyle>
            <a:lvl1pPr>
              <a:defRPr sz="64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Source Han Sans CN Bold" panose="020B0800000000000000" charset="-122"/>
                <a:ea typeface="Source Han Sans CN Bold" panose="020B0800000000000000" charset="-122"/>
              </a:rPr>
              <a:t>自我介绍</a:t>
            </a:r>
            <a:endParaRPr>
              <a:latin typeface="Source Han Sans CN Bold" panose="020B0800000000000000" charset="-122"/>
              <a:ea typeface="Source Han Sans CN Bold" panose="020B0800000000000000" charset="-122"/>
            </a:endParaRPr>
          </a:p>
        </p:txBody>
      </p:sp>
      <p:sp>
        <p:nvSpPr>
          <p:cNvPr id="4" name="矩形"/>
          <p:cNvSpPr/>
          <p:nvPr userDrawn="1">
            <p:custDataLst>
              <p:tags r:id="rId3"/>
            </p:custDataLst>
          </p:nvPr>
        </p:nvSpPr>
        <p:spPr>
          <a:xfrm>
            <a:off x="1148516" y="2155156"/>
            <a:ext cx="129966" cy="837680"/>
          </a:xfrm>
          <a:prstGeom prst="rect">
            <a:avLst/>
          </a:prstGeom>
          <a:solidFill>
            <a:srgbClr val="E9552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2800">
                <a:solidFill>
                  <a:schemeClr val="accent5">
                    <a:satOff val="-3472"/>
                    <a:lumOff val="25490"/>
                  </a:schemeClr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" name="introduction"/>
          <p:cNvSpPr txBox="1"/>
          <p:nvPr userDrawn="1">
            <p:custDataLst>
              <p:tags r:id="rId4"/>
            </p:custDataLst>
          </p:nvPr>
        </p:nvSpPr>
        <p:spPr>
          <a:xfrm>
            <a:off x="1085428" y="3137819"/>
            <a:ext cx="4466008" cy="615951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 anchor="ctr">
            <a:spAutoFit/>
          </a:bodyPr>
          <a:lstStyle>
            <a:lvl1pPr algn="l">
              <a:lnSpc>
                <a:spcPct val="120000"/>
              </a:lnSpc>
              <a:spcBef>
                <a:spcPts val="5700"/>
              </a:spcBef>
              <a:defRPr sz="3100" cap="all" spc="589">
                <a:solidFill>
                  <a:srgbClr val="DDDDDD"/>
                </a:solidFill>
                <a:latin typeface="PingFangSC-Regular" panose="020B0400000000000000" charset="-122"/>
                <a:ea typeface="PingFangSC-Regular" panose="020B0400000000000000" charset="-122"/>
                <a:cs typeface="PingFangSC-Regular" panose="020B0400000000000000" charset="-122"/>
                <a:sym typeface="PingFangSC-Regular" panose="020B0400000000000000" charset="-122"/>
              </a:defRPr>
            </a:lvl1pPr>
          </a:lstStyle>
          <a:p>
            <a:r>
              <a:t>introduction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面 拷贝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3.jpg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" name="标题文本"/>
          <p:cNvSpPr txBox="1"/>
          <p:nvPr>
            <p:ph type="title" hasCustomPrompt="1"/>
          </p:nvPr>
        </p:nvSpPr>
        <p:spPr>
          <a:xfrm>
            <a:off x="1645646" y="2325882"/>
            <a:ext cx="17423452" cy="2837687"/>
          </a:xfrm>
          <a:prstGeom prst="rect">
            <a:avLst/>
          </a:prstGeom>
        </p:spPr>
        <p:txBody>
          <a:bodyPr anchor="t"/>
          <a:lstStyle>
            <a:lvl1pPr algn="l">
              <a:defRPr sz="8400" b="1"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44" name="正文级别 1…"/>
          <p:cNvSpPr txBox="1"/>
          <p:nvPr>
            <p:ph type="body" sz="half" idx="1" hasCustomPrompt="1"/>
          </p:nvPr>
        </p:nvSpPr>
        <p:spPr>
          <a:xfrm>
            <a:off x="1646887" y="5535351"/>
            <a:ext cx="18833192" cy="5854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1pPr>
            <a:lvl2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2pPr>
            <a:lvl3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3pPr>
            <a:lvl4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4pPr>
            <a:lvl5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目录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3.jpg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" name="正文级别 1…"/>
          <p:cNvSpPr txBox="1"/>
          <p:nvPr>
            <p:ph type="body" sz="half" idx="1" hasCustomPrompt="1"/>
          </p:nvPr>
        </p:nvSpPr>
        <p:spPr>
          <a:xfrm>
            <a:off x="1105548" y="4456852"/>
            <a:ext cx="22172904" cy="4892538"/>
          </a:xfrm>
          <a:prstGeom prst="rect">
            <a:avLst/>
          </a:prstGeom>
        </p:spPr>
        <p:txBody>
          <a:bodyPr/>
          <a:lstStyle>
            <a:lvl1pPr>
              <a:defRPr b="0">
                <a:latin typeface="Source Han Sans CN" panose="020B0800000000000000" charset="-122"/>
                <a:ea typeface="Source Han Sans CN" panose="020B0800000000000000" charset="-122"/>
                <a:cs typeface="Source Han Sans CN" panose="020B0800000000000000" charset="-122"/>
              </a:defRPr>
            </a:lvl1pPr>
            <a:lvl2pPr>
              <a:defRPr b="0">
                <a:latin typeface="Source Han Sans CN" panose="020B0800000000000000" charset="-122"/>
                <a:ea typeface="Source Han Sans CN" panose="020B0800000000000000" charset="-122"/>
                <a:cs typeface="Source Han Sans CN" panose="020B0800000000000000" charset="-122"/>
              </a:defRPr>
            </a:lvl2pPr>
            <a:lvl3pPr>
              <a:defRPr b="0">
                <a:latin typeface="Source Han Sans CN" panose="020B0800000000000000" charset="-122"/>
                <a:ea typeface="Source Han Sans CN" panose="020B0800000000000000" charset="-122"/>
                <a:cs typeface="Source Han Sans CN" panose="020B0800000000000000" charset="-122"/>
              </a:defRPr>
            </a:lvl3pPr>
            <a:lvl4pPr>
              <a:defRPr b="0">
                <a:latin typeface="Source Han Sans CN" panose="020B0800000000000000" charset="-122"/>
                <a:ea typeface="Source Han Sans CN" panose="020B0800000000000000" charset="-122"/>
                <a:cs typeface="Source Han Sans CN" panose="020B0800000000000000" charset="-122"/>
              </a:defRPr>
            </a:lvl4pPr>
            <a:lvl5pPr>
              <a:defRPr b="0">
                <a:latin typeface="Source Han Sans CN" panose="020B0800000000000000" charset="-122"/>
                <a:ea typeface="Source Han Sans CN" panose="020B0800000000000000" charset="-122"/>
                <a:cs typeface="Source Han Sans CN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4" name="目       录"/>
          <p:cNvSpPr txBox="1"/>
          <p:nvPr/>
        </p:nvSpPr>
        <p:spPr>
          <a:xfrm>
            <a:off x="1762791" y="2007269"/>
            <a:ext cx="2976245" cy="1042035"/>
          </a:xfrm>
          <a:prstGeom prst="rect">
            <a:avLst/>
          </a:prstGeom>
          <a:ln w="12700">
            <a:miter lim="400000"/>
          </a:ln>
        </p:spPr>
        <p:txBody>
          <a:bodyPr wrap="none" lIns="28575" tIns="28575" rIns="28575" bIns="28575" anchor="ctr">
            <a:spAutoFit/>
          </a:bodyPr>
          <a:lstStyle>
            <a:lvl1pPr>
              <a:defRPr sz="64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目       录</a:t>
            </a:r>
            <a:endParaRPr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55" name="CONTENTS"/>
          <p:cNvSpPr txBox="1"/>
          <p:nvPr/>
        </p:nvSpPr>
        <p:spPr>
          <a:xfrm>
            <a:off x="1085215" y="3042920"/>
            <a:ext cx="5429250" cy="628650"/>
          </a:xfrm>
          <a:prstGeom prst="rect">
            <a:avLst/>
          </a:prstGeom>
          <a:ln w="12700">
            <a:miter lim="400000"/>
          </a:ln>
        </p:spPr>
        <p:txBody>
          <a:bodyPr wrap="square" lIns="28575" tIns="28575" rIns="28575" bIns="28575" anchor="ctr">
            <a:spAutoFit/>
          </a:bodyPr>
          <a:lstStyle>
            <a:lvl1pPr algn="l">
              <a:lnSpc>
                <a:spcPct val="120000"/>
              </a:lnSpc>
              <a:spcBef>
                <a:spcPts val="5700"/>
              </a:spcBef>
              <a:defRPr sz="3100" cap="all" spc="1795">
                <a:solidFill>
                  <a:srgbClr val="DDDDDD"/>
                </a:solidFill>
                <a:latin typeface="PingFangSC-Regular" panose="020B0400000000000000" charset="-122"/>
                <a:ea typeface="PingFangSC-Regular" panose="020B0400000000000000" charset="-122"/>
                <a:cs typeface="PingFangSC-Regular" panose="020B0400000000000000" charset="-122"/>
                <a:sym typeface="PingFangSC-Regular" panose="020B0400000000000000" charset="-122"/>
              </a:defRPr>
            </a:lvl1pPr>
          </a:lstStyle>
          <a:p>
            <a:r>
              <a:t>CONTENTS </a:t>
            </a:r>
          </a:p>
        </p:txBody>
      </p:sp>
      <p:sp>
        <p:nvSpPr>
          <p:cNvPr id="56" name="矩形"/>
          <p:cNvSpPr/>
          <p:nvPr/>
        </p:nvSpPr>
        <p:spPr>
          <a:xfrm>
            <a:off x="1148516" y="2155156"/>
            <a:ext cx="129966" cy="837680"/>
          </a:xfrm>
          <a:prstGeom prst="rect">
            <a:avLst/>
          </a:prstGeom>
          <a:solidFill>
            <a:srgbClr val="E9552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2800">
                <a:solidFill>
                  <a:schemeClr val="accent5">
                    <a:satOff val="-3473"/>
                    <a:lumOff val="25490"/>
                  </a:schemeClr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3.jpg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5" name="正文级别 1…"/>
          <p:cNvSpPr txBox="1"/>
          <p:nvPr>
            <p:ph type="body" idx="1" hasCustomPrompt="1"/>
          </p:nvPr>
        </p:nvSpPr>
        <p:spPr>
          <a:xfrm>
            <a:off x="1359948" y="3840078"/>
            <a:ext cx="18880973" cy="7177398"/>
          </a:xfrm>
          <a:prstGeom prst="rect">
            <a:avLst/>
          </a:prstGeom>
        </p:spPr>
        <p:txBody>
          <a:bodyPr/>
          <a:lstStyle>
            <a:lvl1pPr>
              <a:defRPr b="0">
                <a:latin typeface="Source Han Sans CN" panose="020B0800000000000000" charset="-122"/>
                <a:ea typeface="Source Han Sans CN" panose="020B0800000000000000" charset="-122"/>
                <a:cs typeface="Source Han Sans CN" panose="020B0800000000000000" charset="-122"/>
              </a:defRPr>
            </a:lvl1pPr>
            <a:lvl2pPr>
              <a:defRPr b="0">
                <a:latin typeface="Source Han Sans CN" panose="020B0800000000000000" charset="-122"/>
                <a:ea typeface="Source Han Sans CN" panose="020B0800000000000000" charset="-122"/>
                <a:cs typeface="Source Han Sans CN" panose="020B0800000000000000" charset="-122"/>
              </a:defRPr>
            </a:lvl2pPr>
            <a:lvl3pPr>
              <a:defRPr b="0">
                <a:latin typeface="Source Han Sans CN" panose="020B0800000000000000" charset="-122"/>
                <a:ea typeface="Source Han Sans CN" panose="020B0800000000000000" charset="-122"/>
                <a:cs typeface="Source Han Sans CN" panose="020B0800000000000000" charset="-122"/>
              </a:defRPr>
            </a:lvl3pPr>
            <a:lvl4pPr>
              <a:defRPr b="0">
                <a:latin typeface="Source Han Sans CN" panose="020B0800000000000000" charset="-122"/>
                <a:ea typeface="Source Han Sans CN" panose="020B0800000000000000" charset="-122"/>
                <a:cs typeface="Source Han Sans CN" panose="020B0800000000000000" charset="-122"/>
              </a:defRPr>
            </a:lvl4pPr>
            <a:lvl5pPr>
              <a:defRPr b="0">
                <a:latin typeface="Source Han Sans CN" panose="020B0800000000000000" charset="-122"/>
                <a:ea typeface="Source Han Sans CN" panose="020B0800000000000000" charset="-122"/>
                <a:cs typeface="Source Han Sans CN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6" name="标题文本"/>
          <p:cNvSpPr txBox="1"/>
          <p:nvPr>
            <p:ph type="title" hasCustomPrompt="1"/>
          </p:nvPr>
        </p:nvSpPr>
        <p:spPr>
          <a:xfrm>
            <a:off x="1329026" y="2274976"/>
            <a:ext cx="17159754" cy="1199854"/>
          </a:xfrm>
          <a:prstGeom prst="rect">
            <a:avLst/>
          </a:prstGeom>
        </p:spPr>
        <p:txBody>
          <a:bodyPr anchor="t"/>
          <a:lstStyle>
            <a:lvl1pPr algn="l">
              <a:defRPr sz="6400" b="1"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幻灯片编号"/>
          <p:cNvSpPr txBox="1"/>
          <p:nvPr>
            <p:ph type="sldNum" sz="quarter" idx="2"/>
          </p:nvPr>
        </p:nvSpPr>
        <p:spPr>
          <a:xfrm>
            <a:off x="12026401" y="10358436"/>
            <a:ext cx="324054" cy="32992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/Users/evelynyi/Desktop/结束.png结束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.jpg" descr="/Users/evelynyi/Desktop/深色.png深色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正文级别 1…"/>
          <p:cNvSpPr txBox="1"/>
          <p:nvPr>
            <p:ph type="body" idx="1"/>
          </p:nvPr>
        </p:nvSpPr>
        <p:spPr>
          <a:xfrm>
            <a:off x="1159209" y="4528523"/>
            <a:ext cx="22065582" cy="4456014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9pPr>
    </p:titleStyle>
    <p:bodyStyle>
      <a:lvl1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1pPr>
      <a:lvl2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2pPr>
      <a:lvl3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3pPr>
      <a:lvl4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4pPr>
      <a:lvl5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5pPr>
      <a:lvl6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连按此项以编辑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连按此项以编辑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连按此项以编辑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93" name="连按此项以编辑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817245">
              <a:defRPr sz="6300"/>
            </a:p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正文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96" name="总结（you can take away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7715">
              <a:defRPr sz="5950"/>
            </a:lvl1pPr>
          </a:lstStyle>
          <a:p>
            <a:r>
              <a:t>总结（you can take away）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PP_MARK_KEY" val="e0a0f79a-1b95-40aa-b523-c66e258befad"/>
  <p:tag name="COMMONDATA" val="eyJoZGlkIjoiNmY0ODZmOGE1YmFmMzVjMDc1MGNjYmRjY2Y3YTMxZWUifQ=="/>
</p:tagLst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表格</Application>
  <PresentationFormat/>
  <Paragraphs>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9" baseType="lpstr">
      <vt:lpstr>Arial</vt:lpstr>
      <vt:lpstr>宋体</vt:lpstr>
      <vt:lpstr>Wingdings</vt:lpstr>
      <vt:lpstr>Helvetica Neue</vt:lpstr>
      <vt:lpstr>Helvetica</vt:lpstr>
      <vt:lpstr>Helvetica Neue Medium</vt:lpstr>
      <vt:lpstr>PingFangSC-Regular</vt:lpstr>
      <vt:lpstr>Helvetica Neue Light</vt:lpstr>
      <vt:lpstr>微软雅黑</vt:lpstr>
      <vt:lpstr>汉仪旗黑</vt:lpstr>
      <vt:lpstr>宋体</vt:lpstr>
      <vt:lpstr>Arial Unicode MS</vt:lpstr>
      <vt:lpstr>Calibri Light</vt:lpstr>
      <vt:lpstr>Helvetica Neue</vt:lpstr>
      <vt:lpstr>汉仪书宋二KW</vt:lpstr>
      <vt:lpstr>Helvetica</vt:lpstr>
      <vt:lpstr>微软雅黑</vt:lpstr>
      <vt:lpstr>Source Han Sans CN Bold</vt:lpstr>
      <vt:lpstr>Source Han Sans CN</vt:lpstr>
      <vt:lpstr>Source Han Sans CN Regular</vt:lpstr>
      <vt:lpstr>Calibri</vt:lpstr>
      <vt:lpstr>Black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总结（you can take away）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Magical1423461328</cp:lastModifiedBy>
  <cp:revision>7</cp:revision>
  <dcterms:created xsi:type="dcterms:W3CDTF">2024-11-19T03:31:02Z</dcterms:created>
  <dcterms:modified xsi:type="dcterms:W3CDTF">2024-11-19T03:31:02Z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928B02752541DCD5A55DF4642BF0BB1A_42</vt:lpwstr>
  </property>
  <property fmtid="{D5CDD505-2E9C-101B-9397-08002B2CF9AE}" pid="3" name="KSOProductBuildVer">
    <vt:lpwstr>2052-6.10.1.8873</vt:lpwstr>
  </property>
</Properties>
</file>