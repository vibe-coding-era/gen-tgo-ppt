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3"/>
  </p:sldMasterIdLst>
  <p:notesMasterIdLst>
    <p:notesMasterId r:id="rId11"/>
  </p:notesMasterIdLst>
  <p:sldIdLst>
    <p:sldId id="256" r:id="rId4"/>
    <p:sldId id="264" r:id="rId5"/>
    <p:sldId id="263" r:id="rId6"/>
    <p:sldId id="259" r:id="rId7"/>
    <p:sldId id="260" r:id="rId8"/>
    <p:sldId id="261" r:id="rId9"/>
    <p:sldId id="262" r:id="rId10"/>
  </p:sldIdLst>
  <p:sldSz cx="24384000" cy="13716000"/>
  <p:notesSz cx="6858000" cy="9144000"/>
  <p:custDataLst>
    <p:tags r:id="rId15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1pPr>
    <a:lvl2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2pPr>
    <a:lvl3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3pPr>
    <a:lvl4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4pPr>
    <a:lvl5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5pPr>
    <a:lvl6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6pPr>
    <a:lvl7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7pPr>
    <a:lvl8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8pPr>
    <a:lvl9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 panose="020005030000000200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gs" Target="tags/tag10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81" name="Shape 8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1pPr>
    <a:lvl2pPr indent="2286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2pPr>
    <a:lvl3pPr indent="4572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3pPr>
    <a:lvl4pPr indent="6858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4pPr>
    <a:lvl5pPr indent="9144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5pPr>
    <a:lvl6pPr indent="11430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6pPr>
    <a:lvl7pPr indent="13716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7pPr>
    <a:lvl8pPr indent="16002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8pPr>
    <a:lvl9pPr indent="1828800" defTabSz="642620" latinLnBrk="0">
      <a:lnSpc>
        <a:spcPct val="118000"/>
      </a:lnSpc>
      <a:defRPr sz="3000">
        <a:latin typeface="+mj-lt"/>
        <a:ea typeface="+mj-ea"/>
        <a:cs typeface="+mj-cs"/>
        <a:sym typeface="Helvetica Neue" panose="020005030000000200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封面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Users/evelynyi/Desktop/图片-3.png图片-3"/>
          <p:cNvPicPr>
            <a:picLocks noChangeAspect="1"/>
          </p:cNvPicPr>
          <p:nvPr userDrawn="1"/>
        </p:nvPicPr>
        <p:blipFill>
          <a:blip r:embed="rId2"/>
          <a:srcRect t="25" b="25"/>
          <a:stretch>
            <a:fillRect/>
          </a:stretch>
        </p:blipFill>
        <p:spPr>
          <a:xfrm>
            <a:off x="-12700" y="0"/>
            <a:ext cx="24396065" cy="13716000"/>
          </a:xfrm>
          <a:prstGeom prst="rect">
            <a:avLst/>
          </a:prstGeom>
        </p:spPr>
      </p:pic>
      <p:sp>
        <p:nvSpPr>
          <p:cNvPr id="24" name="标题文本"/>
          <p:cNvSpPr txBox="1"/>
          <p:nvPr>
            <p:ph type="title" hasCustomPrompt="1"/>
          </p:nvPr>
        </p:nvSpPr>
        <p:spPr>
          <a:xfrm>
            <a:off x="1645646" y="2325882"/>
            <a:ext cx="17084637" cy="2837687"/>
          </a:xfrm>
          <a:prstGeom prst="rect">
            <a:avLst/>
          </a:prstGeom>
        </p:spPr>
        <p:txBody>
          <a:bodyPr anchor="t"/>
          <a:lstStyle>
            <a:lvl1pPr algn="l">
              <a:defRPr sz="8400" b="1">
                <a:solidFill>
                  <a:srgbClr val="53535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标题文本</a:t>
            </a:r>
          </a:p>
        </p:txBody>
      </p:sp>
      <p:sp>
        <p:nvSpPr>
          <p:cNvPr id="25" name="正文级别 1…"/>
          <p:cNvSpPr txBox="1"/>
          <p:nvPr>
            <p:ph type="body" sz="half" idx="1" hasCustomPrompt="1"/>
          </p:nvPr>
        </p:nvSpPr>
        <p:spPr>
          <a:xfrm>
            <a:off x="1646887" y="5535351"/>
            <a:ext cx="19012233" cy="585476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  <a:lvl2pPr>
              <a:lnSpc>
                <a:spcPct val="100000"/>
              </a:lnSpc>
              <a:defRPr sz="3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2pPr>
            <a:lvl3pPr>
              <a:lnSpc>
                <a:spcPct val="100000"/>
              </a:lnSpc>
              <a:defRPr sz="3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3pPr>
            <a:lvl4pPr>
              <a:lnSpc>
                <a:spcPct val="100000"/>
              </a:lnSpc>
              <a:defRPr sz="3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4pPr>
            <a:lvl5pPr>
              <a:lnSpc>
                <a:spcPct val="100000"/>
              </a:lnSpc>
              <a:defRPr sz="3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3" name="图片 2" descr="/Users/evelynyi/Desktop/封面.png封面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大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42" name="标题文本"/>
          <p:cNvSpPr txBox="1"/>
          <p:nvPr>
            <p:ph type="title" hasCustomPrompt="1"/>
            <p:custDataLst>
              <p:tags r:id="rId2"/>
            </p:custDataLst>
          </p:nvPr>
        </p:nvSpPr>
        <p:spPr>
          <a:xfrm>
            <a:off x="3480435" y="5201285"/>
            <a:ext cx="17423765" cy="251269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1500" b="1">
                <a:solidFill>
                  <a:srgbClr val="535353"/>
                </a:solidFill>
                <a:latin typeface="Source Han Sans CN Bold" panose="020B0800000000000000" charset="-122"/>
                <a:ea typeface="Source Han Sans CN Bold" panose="020B0800000000000000" charset="-122"/>
                <a:cs typeface="+mn-cs"/>
                <a:sym typeface="Helvetica"/>
              </a:defRPr>
            </a:lvl1pPr>
          </a:lstStyle>
          <a:p>
            <a:r>
              <a:t>标题文本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正文级别 1…"/>
          <p:cNvSpPr txBox="1"/>
          <p:nvPr>
            <p:ph type="body" sz="half" idx="1" hasCustomPrompt="1"/>
          </p:nvPr>
        </p:nvSpPr>
        <p:spPr>
          <a:xfrm>
            <a:off x="1159209" y="4480898"/>
            <a:ext cx="22065582" cy="4456014"/>
          </a:xfrm>
          <a:prstGeom prst="rect">
            <a:avLst/>
          </a:prstGeom>
        </p:spPr>
        <p:txBody>
          <a:bodyPr/>
          <a:lstStyle>
            <a:lvl1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1pPr>
            <a:lvl2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2pPr>
            <a:lvl3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3pPr>
            <a:lvl4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4pPr>
            <a:lvl5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42" name="标题文本"/>
          <p:cNvSpPr txBox="1"/>
          <p:nvPr>
            <p:ph type="title" hasCustomPrompt="1"/>
            <p:custDataLst>
              <p:tags r:id="rId2"/>
            </p:custDataLst>
          </p:nvPr>
        </p:nvSpPr>
        <p:spPr>
          <a:xfrm>
            <a:off x="1159510" y="1961515"/>
            <a:ext cx="17423765" cy="2512695"/>
          </a:xfrm>
          <a:prstGeom prst="rect">
            <a:avLst/>
          </a:prstGeom>
        </p:spPr>
        <p:txBody>
          <a:bodyPr anchor="t"/>
          <a:lstStyle>
            <a:lvl1pPr algn="l">
              <a:defRPr sz="9600" b="1">
                <a:solidFill>
                  <a:srgbClr val="535353"/>
                </a:solidFill>
                <a:latin typeface="Source Han Sans CN Bold" panose="020B0800000000000000" charset="-122"/>
                <a:ea typeface="Source Han Sans CN Bold" panose="020B0800000000000000" charset="-122"/>
                <a:cs typeface="+mn-cs"/>
                <a:sym typeface="Helvetica"/>
              </a:defRPr>
            </a:lvl1pPr>
          </a:lstStyle>
          <a:p>
            <a:r>
              <a:t>标题文本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自我介绍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3" name="自我介绍"/>
          <p:cNvSpPr txBox="1"/>
          <p:nvPr userDrawn="1">
            <p:custDataLst>
              <p:tags r:id="rId2"/>
            </p:custDataLst>
          </p:nvPr>
        </p:nvSpPr>
        <p:spPr>
          <a:xfrm>
            <a:off x="1597025" y="2035175"/>
            <a:ext cx="3679825" cy="1042035"/>
          </a:xfrm>
          <a:prstGeom prst="rect">
            <a:avLst/>
          </a:prstGeom>
          <a:ln w="12700">
            <a:miter lim="400000"/>
          </a:ln>
        </p:spPr>
        <p:txBody>
          <a:bodyPr wrap="square" lIns="28575" tIns="28575" rIns="28575" bIns="28575" anchor="ctr">
            <a:spAutoFit/>
          </a:bodyPr>
          <a:lstStyle>
            <a:lvl1pPr>
              <a:defRPr sz="6400" b="1">
                <a:solidFill>
                  <a:srgbClr val="53535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>
                <a:latin typeface="Source Han Sans CN Bold" panose="020B0800000000000000" charset="-122"/>
                <a:ea typeface="Source Han Sans CN Bold" panose="020B0800000000000000" charset="-122"/>
              </a:rPr>
              <a:t>自我介绍</a:t>
            </a:r>
            <a:endParaRPr>
              <a:latin typeface="Source Han Sans CN Bold" panose="020B0800000000000000" charset="-122"/>
              <a:ea typeface="Source Han Sans CN Bold" panose="020B0800000000000000" charset="-122"/>
            </a:endParaRPr>
          </a:p>
        </p:txBody>
      </p:sp>
      <p:sp>
        <p:nvSpPr>
          <p:cNvPr id="4" name="矩形"/>
          <p:cNvSpPr/>
          <p:nvPr userDrawn="1">
            <p:custDataLst>
              <p:tags r:id="rId3"/>
            </p:custDataLst>
          </p:nvPr>
        </p:nvSpPr>
        <p:spPr>
          <a:xfrm>
            <a:off x="1148516" y="2083401"/>
            <a:ext cx="129966" cy="837680"/>
          </a:xfrm>
          <a:prstGeom prst="rect">
            <a:avLst/>
          </a:prstGeom>
          <a:solidFill>
            <a:srgbClr val="E95529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>
              <a:defRPr sz="2800">
                <a:solidFill>
                  <a:schemeClr val="accent5">
                    <a:satOff val="-3470"/>
                    <a:lumOff val="25490"/>
                  </a:schemeClr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</a:p>
        </p:txBody>
      </p:sp>
      <p:sp>
        <p:nvSpPr>
          <p:cNvPr id="5" name="introduction"/>
          <p:cNvSpPr txBox="1"/>
          <p:nvPr userDrawn="1">
            <p:custDataLst>
              <p:tags r:id="rId4"/>
            </p:custDataLst>
          </p:nvPr>
        </p:nvSpPr>
        <p:spPr>
          <a:xfrm>
            <a:off x="1085428" y="3137819"/>
            <a:ext cx="4466008" cy="615951"/>
          </a:xfrm>
          <a:prstGeom prst="rect">
            <a:avLst/>
          </a:prstGeom>
          <a:ln w="12700">
            <a:miter lim="400000"/>
          </a:ln>
        </p:spPr>
        <p:txBody>
          <a:bodyPr lIns="28575" tIns="28575" rIns="28575" bIns="28575" anchor="ctr">
            <a:spAutoFit/>
          </a:bodyPr>
          <a:lstStyle>
            <a:lvl1pPr algn="l">
              <a:lnSpc>
                <a:spcPct val="120000"/>
              </a:lnSpc>
              <a:spcBef>
                <a:spcPts val="5700"/>
              </a:spcBef>
              <a:defRPr sz="3100" cap="all" spc="589">
                <a:solidFill>
                  <a:srgbClr val="A7A7A7"/>
                </a:solidFill>
                <a:latin typeface="PingFangSC-Regular" panose="020B0400000000000000" charset="-122"/>
                <a:ea typeface="PingFangSC-Regular" panose="020B0400000000000000" charset="-122"/>
                <a:cs typeface="PingFangSC-Regular" panose="020B0400000000000000" charset="-122"/>
                <a:sym typeface="PingFangSC-Regular" panose="020B0400000000000000" charset="-122"/>
              </a:defRPr>
            </a:lvl1pPr>
          </a:lstStyle>
          <a:p>
            <a:r>
              <a:t>introduction</a:t>
            </a:r>
          </a:p>
        </p:txBody>
      </p:sp>
      <p:sp>
        <p:nvSpPr>
          <p:cNvPr id="6" name="正文级别 1…"/>
          <p:cNvSpPr txBox="1"/>
          <p:nvPr>
            <p:ph type="body" idx="1" hasCustomPrompt="1"/>
            <p:custDataLst>
              <p:tags r:id="rId5"/>
            </p:custDataLst>
          </p:nvPr>
        </p:nvSpPr>
        <p:spPr>
          <a:xfrm>
            <a:off x="1159209" y="4528523"/>
            <a:ext cx="22065582" cy="4456014"/>
          </a:xfrm>
          <a:prstGeom prst="rect">
            <a:avLst/>
          </a:prstGeom>
          <a:ln w="12700">
            <a:miter lim="400000"/>
          </a:ln>
        </p:spPr>
        <p:txBody>
          <a:bodyPr lIns="28575" tIns="28575" rIns="28575" bIns="28575">
            <a:normAutofit/>
          </a:bodyPr>
          <a:lstStyle>
            <a:lvl1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1pPr>
            <a:lvl2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2pPr>
            <a:lvl3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3pPr>
            <a:lvl4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4pPr>
            <a:lvl5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目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/Users/evelynyi/Desktop/图片-3.png图片-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t="25" b="25"/>
          <a:stretch>
            <a:fillRect/>
          </a:stretch>
        </p:blipFill>
        <p:spPr>
          <a:xfrm>
            <a:off x="-12700" y="0"/>
            <a:ext cx="24396065" cy="13716000"/>
          </a:xfrm>
          <a:prstGeom prst="rect">
            <a:avLst/>
          </a:prstGeom>
        </p:spPr>
      </p:pic>
      <p:sp>
        <p:nvSpPr>
          <p:cNvPr id="52" name="正文级别 1…"/>
          <p:cNvSpPr txBox="1"/>
          <p:nvPr>
            <p:ph type="body" sz="half" idx="1" hasCustomPrompt="1"/>
          </p:nvPr>
        </p:nvSpPr>
        <p:spPr>
          <a:xfrm>
            <a:off x="1105548" y="4456852"/>
            <a:ext cx="22172904" cy="4892538"/>
          </a:xfrm>
          <a:prstGeom prst="rect">
            <a:avLst/>
          </a:prstGeom>
        </p:spPr>
        <p:txBody>
          <a:bodyPr/>
          <a:lstStyle>
            <a:lvl1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1pPr>
            <a:lvl2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2pPr>
            <a:lvl3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3pPr>
            <a:lvl4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4pPr>
            <a:lvl5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3" name="目       录"/>
          <p:cNvSpPr txBox="1"/>
          <p:nvPr userDrawn="1"/>
        </p:nvSpPr>
        <p:spPr>
          <a:xfrm>
            <a:off x="1762791" y="2007269"/>
            <a:ext cx="2976245" cy="1042035"/>
          </a:xfrm>
          <a:prstGeom prst="rect">
            <a:avLst/>
          </a:prstGeom>
          <a:ln w="12700">
            <a:miter lim="400000"/>
          </a:ln>
        </p:spPr>
        <p:txBody>
          <a:bodyPr wrap="none" lIns="28575" tIns="28575" rIns="28575" bIns="28575" anchor="ctr">
            <a:spAutoFit/>
          </a:bodyPr>
          <a:lstStyle>
            <a:lvl1pPr>
              <a:defRPr sz="6400" b="1">
                <a:solidFill>
                  <a:srgbClr val="53535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目       录</a:t>
            </a:r>
            <a:endParaRPr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54" name="CONTENTS"/>
          <p:cNvSpPr txBox="1"/>
          <p:nvPr userDrawn="1"/>
        </p:nvSpPr>
        <p:spPr>
          <a:xfrm>
            <a:off x="1085215" y="3042920"/>
            <a:ext cx="5406390" cy="628650"/>
          </a:xfrm>
          <a:prstGeom prst="rect">
            <a:avLst/>
          </a:prstGeom>
          <a:ln w="12700">
            <a:miter lim="400000"/>
          </a:ln>
        </p:spPr>
        <p:txBody>
          <a:bodyPr wrap="square" lIns="28575" tIns="28575" rIns="28575" bIns="28575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5700"/>
              </a:spcBef>
              <a:defRPr sz="3100" cap="all" spc="1795">
                <a:solidFill>
                  <a:srgbClr val="DDDDDD"/>
                </a:solidFill>
                <a:latin typeface="PingFangSC-Regular" panose="020B0400000000000000" charset="-122"/>
                <a:ea typeface="PingFangSC-Regular" panose="020B0400000000000000" charset="-122"/>
                <a:cs typeface="PingFangSC-Regular" panose="020B0400000000000000" charset="-122"/>
                <a:sym typeface="PingFangSC-Regular" panose="020B0400000000000000" charset="-122"/>
              </a:defRPr>
            </a:pPr>
            <a:r>
              <a:rPr>
                <a:solidFill>
                  <a:srgbClr val="A7A7A7"/>
                </a:solidFill>
              </a:rPr>
              <a:t>CONTENTS</a:t>
            </a:r>
            <a:r>
              <a:t> </a:t>
            </a:r>
          </a:p>
        </p:txBody>
      </p:sp>
      <p:sp>
        <p:nvSpPr>
          <p:cNvPr id="55" name="矩形"/>
          <p:cNvSpPr/>
          <p:nvPr userDrawn="1"/>
        </p:nvSpPr>
        <p:spPr>
          <a:xfrm>
            <a:off x="1148516" y="2033236"/>
            <a:ext cx="129966" cy="837680"/>
          </a:xfrm>
          <a:prstGeom prst="rect">
            <a:avLst/>
          </a:prstGeom>
          <a:solidFill>
            <a:srgbClr val="E95529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>
              <a:defRPr sz="2800">
                <a:solidFill>
                  <a:schemeClr val="accent5">
                    <a:satOff val="-3471"/>
                    <a:lumOff val="25490"/>
                  </a:schemeClr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</a:p>
        </p:txBody>
      </p:sp>
      <p:sp>
        <p:nvSpPr>
          <p:cNvPr id="5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1-大字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正文级别 1…"/>
          <p:cNvSpPr txBox="1"/>
          <p:nvPr>
            <p:ph type="body" sz="half" idx="1" hasCustomPrompt="1"/>
          </p:nvPr>
        </p:nvSpPr>
        <p:spPr>
          <a:xfrm>
            <a:off x="1159209" y="4528523"/>
            <a:ext cx="22065582" cy="4456014"/>
          </a:xfrm>
          <a:prstGeom prst="rect">
            <a:avLst/>
          </a:prstGeom>
        </p:spPr>
        <p:txBody>
          <a:bodyPr/>
          <a:lstStyle>
            <a:lvl1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1pPr>
            <a:lvl2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2pPr>
            <a:lvl3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3pPr>
            <a:lvl4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4pPr>
            <a:lvl5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42" name="标题文本"/>
          <p:cNvSpPr txBox="1"/>
          <p:nvPr>
            <p:ph type="title" hasCustomPrompt="1"/>
            <p:custDataLst>
              <p:tags r:id="rId2"/>
            </p:custDataLst>
          </p:nvPr>
        </p:nvSpPr>
        <p:spPr>
          <a:xfrm>
            <a:off x="1159510" y="1961515"/>
            <a:ext cx="17423765" cy="1681480"/>
          </a:xfrm>
          <a:prstGeom prst="rect">
            <a:avLst/>
          </a:prstGeom>
        </p:spPr>
        <p:txBody>
          <a:bodyPr anchor="t"/>
          <a:lstStyle>
            <a:lvl1pPr algn="l">
              <a:defRPr sz="8400" b="1">
                <a:solidFill>
                  <a:srgbClr val="535353"/>
                </a:solidFill>
                <a:latin typeface="Source Han Sans CN Bold" panose="020B0800000000000000" charset="-122"/>
                <a:ea typeface="Source Han Sans CN Bold" panose="020B0800000000000000" charset="-122"/>
                <a:cs typeface="+mn-cs"/>
                <a:sym typeface="Helvetica"/>
              </a:defRPr>
            </a:lvl1pPr>
          </a:lstStyle>
          <a:p>
            <a:r>
              <a:t>标题文本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内容2-小字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Users/evelynyi/Desktop/图片-3.png图片-3"/>
          <p:cNvPicPr>
            <a:picLocks noChangeAspect="1"/>
          </p:cNvPicPr>
          <p:nvPr userDrawn="1"/>
        </p:nvPicPr>
        <p:blipFill>
          <a:blip r:embed="rId2"/>
          <a:srcRect t="25" b="25"/>
          <a:stretch>
            <a:fillRect/>
          </a:stretch>
        </p:blipFill>
        <p:spPr>
          <a:xfrm>
            <a:off x="-12700" y="0"/>
            <a:ext cx="24396065" cy="13716000"/>
          </a:xfrm>
          <a:prstGeom prst="rect">
            <a:avLst/>
          </a:prstGeom>
        </p:spPr>
      </p:pic>
      <p:sp>
        <p:nvSpPr>
          <p:cNvPr id="64" name="正文级别 1…"/>
          <p:cNvSpPr txBox="1"/>
          <p:nvPr>
            <p:ph type="body" idx="1" hasCustomPrompt="1"/>
          </p:nvPr>
        </p:nvSpPr>
        <p:spPr>
          <a:xfrm>
            <a:off x="1359948" y="3840078"/>
            <a:ext cx="18880973" cy="7177398"/>
          </a:xfrm>
          <a:prstGeom prst="rect">
            <a:avLst/>
          </a:prstGeom>
        </p:spPr>
        <p:txBody>
          <a:bodyPr/>
          <a:lstStyle>
            <a:lvl1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1pPr>
            <a:lvl2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2pPr>
            <a:lvl3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3pPr>
            <a:lvl4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4pPr>
            <a:lvl5pPr>
              <a:defRPr b="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5" name="标题文本"/>
          <p:cNvSpPr txBox="1"/>
          <p:nvPr>
            <p:ph type="title" hasCustomPrompt="1"/>
          </p:nvPr>
        </p:nvSpPr>
        <p:spPr>
          <a:xfrm>
            <a:off x="1329026" y="2274976"/>
            <a:ext cx="17159754" cy="1199854"/>
          </a:xfrm>
          <a:prstGeom prst="rect">
            <a:avLst/>
          </a:prstGeom>
        </p:spPr>
        <p:txBody>
          <a:bodyPr anchor="t"/>
          <a:lstStyle>
            <a:lvl1pPr algn="l">
              <a:defRPr sz="6400" b="1">
                <a:solidFill>
                  <a:srgbClr val="535353"/>
                </a:solidFill>
                <a:latin typeface="Source Han Sans CN Bold" panose="020B0800000000000000" charset="-122"/>
                <a:ea typeface="Source Han Sans CN Bold" panose="020B0800000000000000" charset="-122"/>
                <a:cs typeface="+mn-cs"/>
                <a:sym typeface="Helvetica"/>
              </a:defRPr>
            </a:lvl1pPr>
          </a:lstStyle>
          <a:p>
            <a:r>
              <a:t>标题文本</a:t>
            </a:r>
          </a:p>
        </p:txBody>
      </p:sp>
      <p:sp>
        <p:nvSpPr>
          <p:cNvPr id="6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封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2" name="图片 1" descr="/Users/evelynyi/Desktop/结束.png结束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幻灯片编号"/>
          <p:cNvSpPr txBox="1"/>
          <p:nvPr>
            <p:ph type="sldNum" sz="quarter" idx="2"/>
          </p:nvPr>
        </p:nvSpPr>
        <p:spPr>
          <a:xfrm>
            <a:off x="12096115" y="10358120"/>
            <a:ext cx="2006600" cy="82296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2" name="图片 1" descr="/Users/evelynyi/Desktop/封面.png封面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封面 拷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3.jpg" descr="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5" name="标题文本"/>
          <p:cNvSpPr txBox="1"/>
          <p:nvPr>
            <p:ph type="title" hasCustomPrompt="1"/>
          </p:nvPr>
        </p:nvSpPr>
        <p:spPr>
          <a:xfrm>
            <a:off x="1645646" y="2325882"/>
            <a:ext cx="17084637" cy="2837687"/>
          </a:xfrm>
          <a:prstGeom prst="rect">
            <a:avLst/>
          </a:prstGeom>
        </p:spPr>
        <p:txBody>
          <a:bodyPr anchor="t"/>
          <a:lstStyle>
            <a:lvl1pPr algn="l">
              <a:defRPr sz="8400" b="1">
                <a:latin typeface="Source Han Sans CN Regular" panose="020B0800000000000000" charset="-122"/>
                <a:ea typeface="Source Han Sans CN Regular" panose="020B0800000000000000" charset="-122"/>
                <a:cs typeface="+mn-cs"/>
                <a:sym typeface="Helvetica"/>
              </a:defRPr>
            </a:lvl1pPr>
          </a:lstStyle>
          <a:p>
            <a:r>
              <a:t>标题文本</a:t>
            </a:r>
          </a:p>
        </p:txBody>
      </p:sp>
      <p:sp>
        <p:nvSpPr>
          <p:cNvPr id="26" name="正文级别 1…"/>
          <p:cNvSpPr txBox="1"/>
          <p:nvPr>
            <p:ph type="body" sz="half" idx="1" hasCustomPrompt="1"/>
          </p:nvPr>
        </p:nvSpPr>
        <p:spPr>
          <a:xfrm>
            <a:off x="1646887" y="5535351"/>
            <a:ext cx="19012233" cy="585476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微软雅黑" panose="020B0503020204020204" charset="-122"/>
              </a:defRPr>
            </a:lvl1pPr>
            <a:lvl2pPr>
              <a:lnSpc>
                <a:spcPct val="100000"/>
              </a:lnSpc>
              <a:defRPr sz="3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微软雅黑" panose="020B0503020204020204" charset="-122"/>
              </a:defRPr>
            </a:lvl2pPr>
            <a:lvl3pPr>
              <a:lnSpc>
                <a:spcPct val="100000"/>
              </a:lnSpc>
              <a:defRPr sz="3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微软雅黑" panose="020B0503020204020204" charset="-122"/>
              </a:defRPr>
            </a:lvl3pPr>
            <a:lvl4pPr>
              <a:lnSpc>
                <a:spcPct val="100000"/>
              </a:lnSpc>
              <a:defRPr sz="3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微软雅黑" panose="020B0503020204020204" charset="-122"/>
              </a:defRPr>
            </a:lvl4pPr>
            <a:lvl5pPr>
              <a:lnSpc>
                <a:spcPct val="100000"/>
              </a:lnSpc>
              <a:defRPr sz="3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微软雅黑" panose="020B0503020204020204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7" name="幻灯片编号"/>
          <p:cNvSpPr txBox="1"/>
          <p:nvPr>
            <p:ph type="sldNum" sz="quarter" idx="2"/>
          </p:nvPr>
        </p:nvSpPr>
        <p:spPr>
          <a:xfrm>
            <a:off x="12096115" y="10358120"/>
            <a:ext cx="2006600" cy="82296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自我介绍 拷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正文级别 1…"/>
          <p:cNvSpPr txBox="1"/>
          <p:nvPr>
            <p:ph type="body" sz="half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96115" y="10358120"/>
            <a:ext cx="2006600" cy="82296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目录 拷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3.jpg" descr="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3" name="正文级别 1…"/>
          <p:cNvSpPr txBox="1"/>
          <p:nvPr>
            <p:ph type="body" sz="half" idx="1" hasCustomPrompt="1"/>
          </p:nvPr>
        </p:nvSpPr>
        <p:spPr>
          <a:xfrm>
            <a:off x="1105548" y="4456852"/>
            <a:ext cx="22172904" cy="4892538"/>
          </a:xfrm>
          <a:prstGeom prst="rect">
            <a:avLst/>
          </a:prstGeom>
        </p:spPr>
        <p:txBody>
          <a:bodyPr/>
          <a:lstStyle>
            <a:lvl1pPr>
              <a:defRPr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1pPr>
            <a:lvl2pPr>
              <a:defRPr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2pPr>
            <a:lvl3pPr>
              <a:defRPr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3pPr>
            <a:lvl4pPr>
              <a:defRPr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4pPr>
            <a:lvl5pPr>
              <a:defRPr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4" name="目       录"/>
          <p:cNvSpPr txBox="1"/>
          <p:nvPr/>
        </p:nvSpPr>
        <p:spPr>
          <a:xfrm>
            <a:off x="1762791" y="2007269"/>
            <a:ext cx="2976245" cy="1042035"/>
          </a:xfrm>
          <a:prstGeom prst="rect">
            <a:avLst/>
          </a:prstGeom>
          <a:ln w="12700">
            <a:miter lim="400000"/>
          </a:ln>
        </p:spPr>
        <p:txBody>
          <a:bodyPr wrap="none" lIns="28575" tIns="28575" rIns="28575" bIns="28575" anchor="ctr">
            <a:spAutoFit/>
          </a:bodyPr>
          <a:lstStyle>
            <a:lvl1pPr>
              <a:defRPr sz="64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目       录</a:t>
            </a:r>
            <a:endParaRPr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  <p:sp>
        <p:nvSpPr>
          <p:cNvPr id="55" name="CONTENTS"/>
          <p:cNvSpPr txBox="1"/>
          <p:nvPr/>
        </p:nvSpPr>
        <p:spPr>
          <a:xfrm>
            <a:off x="1085215" y="3042920"/>
            <a:ext cx="5429250" cy="628650"/>
          </a:xfrm>
          <a:prstGeom prst="rect">
            <a:avLst/>
          </a:prstGeom>
          <a:ln w="12700">
            <a:miter lim="400000"/>
          </a:ln>
        </p:spPr>
        <p:txBody>
          <a:bodyPr wrap="square" lIns="28575" tIns="28575" rIns="28575" bIns="28575" anchor="ctr">
            <a:spAutoFit/>
          </a:bodyPr>
          <a:lstStyle>
            <a:lvl1pPr algn="l">
              <a:lnSpc>
                <a:spcPct val="120000"/>
              </a:lnSpc>
              <a:spcBef>
                <a:spcPts val="5700"/>
              </a:spcBef>
              <a:defRPr sz="3100" cap="all" spc="1795">
                <a:solidFill>
                  <a:srgbClr val="DDDDDD"/>
                </a:solidFill>
                <a:latin typeface="PingFangSC-Regular" panose="020B0400000000000000" charset="-122"/>
                <a:ea typeface="PingFangSC-Regular" panose="020B0400000000000000" charset="-122"/>
                <a:cs typeface="PingFangSC-Regular" panose="020B0400000000000000" charset="-122"/>
                <a:sym typeface="PingFangSC-Regular" panose="020B0400000000000000" charset="-122"/>
              </a:defRPr>
            </a:lvl1pPr>
          </a:lstStyle>
          <a:p>
            <a:r>
              <a:t>CONTENTS </a:t>
            </a:r>
          </a:p>
        </p:txBody>
      </p:sp>
      <p:sp>
        <p:nvSpPr>
          <p:cNvPr id="56" name="矩形"/>
          <p:cNvSpPr/>
          <p:nvPr/>
        </p:nvSpPr>
        <p:spPr>
          <a:xfrm>
            <a:off x="1148516" y="2155156"/>
            <a:ext cx="129966" cy="837680"/>
          </a:xfrm>
          <a:prstGeom prst="rect">
            <a:avLst/>
          </a:prstGeom>
          <a:solidFill>
            <a:srgbClr val="E95529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>
              <a:defRPr sz="2800">
                <a:solidFill>
                  <a:schemeClr val="accent5">
                    <a:satOff val="-3471"/>
                    <a:lumOff val="25490"/>
                  </a:schemeClr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</a:p>
        </p:txBody>
      </p:sp>
      <p:sp>
        <p:nvSpPr>
          <p:cNvPr id="57" name="幻灯片编号"/>
          <p:cNvSpPr txBox="1"/>
          <p:nvPr>
            <p:ph type="sldNum" sz="quarter" idx="2"/>
          </p:nvPr>
        </p:nvSpPr>
        <p:spPr>
          <a:xfrm>
            <a:off x="12096115" y="10358120"/>
            <a:ext cx="2006600" cy="82296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封面 拷贝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3.jpg" descr="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3" name="标题文本"/>
          <p:cNvSpPr txBox="1"/>
          <p:nvPr>
            <p:ph type="title" hasCustomPrompt="1"/>
          </p:nvPr>
        </p:nvSpPr>
        <p:spPr>
          <a:xfrm>
            <a:off x="1645646" y="2325882"/>
            <a:ext cx="17423452" cy="2837687"/>
          </a:xfrm>
          <a:prstGeom prst="rect">
            <a:avLst/>
          </a:prstGeom>
        </p:spPr>
        <p:txBody>
          <a:bodyPr anchor="t"/>
          <a:lstStyle>
            <a:lvl1pPr algn="l">
              <a:defRPr sz="8400" b="1">
                <a:latin typeface="Source Han Sans CN Bold" panose="020B0800000000000000" charset="-122"/>
                <a:ea typeface="Source Han Sans CN Bold" panose="020B0800000000000000" charset="-122"/>
                <a:cs typeface="+mn-cs"/>
                <a:sym typeface="Helvetica"/>
              </a:defRPr>
            </a:lvl1pPr>
          </a:lstStyle>
          <a:p>
            <a:r>
              <a:t>标题文本</a:t>
            </a:r>
          </a:p>
        </p:txBody>
      </p:sp>
      <p:sp>
        <p:nvSpPr>
          <p:cNvPr id="44" name="正文级别 1…"/>
          <p:cNvSpPr txBox="1"/>
          <p:nvPr>
            <p:ph type="body" sz="half" idx="1" hasCustomPrompt="1"/>
          </p:nvPr>
        </p:nvSpPr>
        <p:spPr>
          <a:xfrm>
            <a:off x="1646887" y="5535351"/>
            <a:ext cx="18833192" cy="585476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微软雅黑" panose="020B0503020204020204" charset="-122"/>
              </a:defRPr>
            </a:lvl1pPr>
            <a:lvl2pPr>
              <a:lnSpc>
                <a:spcPct val="100000"/>
              </a:lnSpc>
              <a:defRPr sz="3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微软雅黑" panose="020B0503020204020204" charset="-122"/>
              </a:defRPr>
            </a:lvl2pPr>
            <a:lvl3pPr>
              <a:lnSpc>
                <a:spcPct val="100000"/>
              </a:lnSpc>
              <a:defRPr sz="3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微软雅黑" panose="020B0503020204020204" charset="-122"/>
              </a:defRPr>
            </a:lvl3pPr>
            <a:lvl4pPr>
              <a:lnSpc>
                <a:spcPct val="100000"/>
              </a:lnSpc>
              <a:defRPr sz="3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微软雅黑" panose="020B0503020204020204" charset="-122"/>
              </a:defRPr>
            </a:lvl4pPr>
            <a:lvl5pPr>
              <a:lnSpc>
                <a:spcPct val="100000"/>
              </a:lnSpc>
              <a:defRPr sz="3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微软雅黑" panose="020B0503020204020204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xfrm>
            <a:off x="12096115" y="10358120"/>
            <a:ext cx="2006600" cy="82296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3.jpg" descr="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5" name="正文级别 1…"/>
          <p:cNvSpPr txBox="1"/>
          <p:nvPr>
            <p:ph type="body" idx="1" hasCustomPrompt="1"/>
          </p:nvPr>
        </p:nvSpPr>
        <p:spPr>
          <a:xfrm>
            <a:off x="1359948" y="3840078"/>
            <a:ext cx="18880973" cy="7177398"/>
          </a:xfrm>
          <a:prstGeom prst="rect">
            <a:avLst/>
          </a:prstGeom>
        </p:spPr>
        <p:txBody>
          <a:bodyPr/>
          <a:lstStyle>
            <a:lvl1pPr>
              <a:defRPr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1pPr>
            <a:lvl2pPr>
              <a:defRPr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2pPr>
            <a:lvl3pPr>
              <a:defRPr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3pPr>
            <a:lvl4pPr>
              <a:defRPr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4pPr>
            <a:lvl5pPr>
              <a:defRPr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6" name="标题文本"/>
          <p:cNvSpPr txBox="1"/>
          <p:nvPr>
            <p:ph type="title" hasCustomPrompt="1"/>
          </p:nvPr>
        </p:nvSpPr>
        <p:spPr>
          <a:xfrm>
            <a:off x="1329026" y="2274976"/>
            <a:ext cx="17159754" cy="1199854"/>
          </a:xfrm>
          <a:prstGeom prst="rect">
            <a:avLst/>
          </a:prstGeom>
        </p:spPr>
        <p:txBody>
          <a:bodyPr anchor="t"/>
          <a:lstStyle>
            <a:lvl1pPr algn="l">
              <a:defRPr sz="6400" b="1">
                <a:latin typeface="Source Han Sans CN Bold" panose="020B0800000000000000" charset="-122"/>
                <a:ea typeface="Source Han Sans CN Bold" panose="020B0800000000000000" charset="-122"/>
                <a:cs typeface="+mn-cs"/>
                <a:sym typeface="Helvetica"/>
              </a:defRPr>
            </a:lvl1pPr>
          </a:lstStyle>
          <a:p>
            <a:r>
              <a:t>标题文本</a:t>
            </a:r>
          </a:p>
        </p:txBody>
      </p:sp>
      <p:sp>
        <p:nvSpPr>
          <p:cNvPr id="67" name="幻灯片编号"/>
          <p:cNvSpPr txBox="1"/>
          <p:nvPr>
            <p:ph type="sldNum" sz="quarter" idx="2"/>
          </p:nvPr>
        </p:nvSpPr>
        <p:spPr>
          <a:xfrm>
            <a:off x="12096115" y="10358120"/>
            <a:ext cx="2006600" cy="82296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幻灯片编号"/>
          <p:cNvSpPr txBox="1"/>
          <p:nvPr>
            <p:ph type="sldNum" sz="quarter" idx="2"/>
          </p:nvPr>
        </p:nvSpPr>
        <p:spPr>
          <a:xfrm>
            <a:off x="12096115" y="10358120"/>
            <a:ext cx="2006600" cy="82296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2" name="图片 1" descr="/Users/evelynyi/Desktop/结束.png结束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image" Target="../media/image4.jpeg"/><Relationship Id="rId7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/Users/evelynyi/Desktop/图片-3.png图片-3"/>
          <p:cNvPicPr>
            <a:picLocks noChangeAspect="1"/>
          </p:cNvPicPr>
          <p:nvPr userDrawn="1"/>
        </p:nvPicPr>
        <p:blipFill>
          <a:blip r:embed="rId10"/>
          <a:srcRect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幻灯片编号"/>
          <p:cNvSpPr txBox="1"/>
          <p:nvPr>
            <p:ph type="sldNum" sz="quarter" idx="2"/>
          </p:nvPr>
        </p:nvSpPr>
        <p:spPr>
          <a:xfrm>
            <a:off x="12026401" y="10358436"/>
            <a:ext cx="324054" cy="329920"/>
          </a:xfrm>
          <a:prstGeom prst="rect">
            <a:avLst/>
          </a:prstGeom>
          <a:ln w="12700">
            <a:miter lim="400000"/>
          </a:ln>
        </p:spPr>
        <p:txBody>
          <a:bodyPr wrap="none" lIns="28575" tIns="28575" rIns="28575" bIns="28575">
            <a:spAutoFit/>
          </a:bodyPr>
          <a:lstStyle>
            <a:lvl1pPr>
              <a:defRPr sz="1800">
                <a:solidFill>
                  <a:srgbClr val="FFFFF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9pPr>
    </p:titleStyle>
    <p:bodyStyle>
      <a:lvl1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535353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535353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535353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535353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535353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535353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535353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535353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535353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.jpg" descr="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自我介绍"/>
          <p:cNvSpPr txBox="1"/>
          <p:nvPr/>
        </p:nvSpPr>
        <p:spPr>
          <a:xfrm>
            <a:off x="1596739" y="2035119"/>
            <a:ext cx="3308350" cy="1042035"/>
          </a:xfrm>
          <a:prstGeom prst="rect">
            <a:avLst/>
          </a:prstGeom>
          <a:ln w="12700">
            <a:miter lim="400000"/>
          </a:ln>
        </p:spPr>
        <p:txBody>
          <a:bodyPr wrap="none" lIns="28575" tIns="28575" rIns="28575" bIns="28575" anchor="ctr">
            <a:spAutoFit/>
          </a:bodyPr>
          <a:lstStyle>
            <a:lvl1pPr>
              <a:defRPr sz="64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>
                <a:latin typeface="Source Han Sans CN Bold" panose="020B0800000000000000" charset="-122"/>
                <a:ea typeface="Source Han Sans CN Bold" panose="020B0800000000000000" charset="-122"/>
              </a:rPr>
              <a:t>自我介绍</a:t>
            </a:r>
            <a:endParaRPr>
              <a:latin typeface="Source Han Sans CN Bold" panose="020B0800000000000000" charset="-122"/>
              <a:ea typeface="Source Han Sans CN Bold" panose="020B0800000000000000" charset="-122"/>
            </a:endParaRPr>
          </a:p>
        </p:txBody>
      </p:sp>
      <p:sp>
        <p:nvSpPr>
          <p:cNvPr id="4" name="矩形"/>
          <p:cNvSpPr/>
          <p:nvPr/>
        </p:nvSpPr>
        <p:spPr>
          <a:xfrm>
            <a:off x="1148516" y="2155156"/>
            <a:ext cx="129966" cy="837680"/>
          </a:xfrm>
          <a:prstGeom prst="rect">
            <a:avLst/>
          </a:prstGeom>
          <a:solidFill>
            <a:srgbClr val="E95529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>
              <a:defRPr sz="2800">
                <a:solidFill>
                  <a:schemeClr val="accent5">
                    <a:satOff val="-3471"/>
                    <a:lumOff val="25490"/>
                  </a:schemeClr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</a:p>
        </p:txBody>
      </p:sp>
      <p:sp>
        <p:nvSpPr>
          <p:cNvPr id="5" name="introduction"/>
          <p:cNvSpPr txBox="1"/>
          <p:nvPr/>
        </p:nvSpPr>
        <p:spPr>
          <a:xfrm>
            <a:off x="1085428" y="3137819"/>
            <a:ext cx="4466008" cy="615951"/>
          </a:xfrm>
          <a:prstGeom prst="rect">
            <a:avLst/>
          </a:prstGeom>
          <a:ln w="12700">
            <a:miter lim="400000"/>
          </a:ln>
        </p:spPr>
        <p:txBody>
          <a:bodyPr lIns="28575" tIns="28575" rIns="28575" bIns="28575" anchor="ctr">
            <a:spAutoFit/>
          </a:bodyPr>
          <a:lstStyle>
            <a:lvl1pPr algn="l">
              <a:lnSpc>
                <a:spcPct val="120000"/>
              </a:lnSpc>
              <a:spcBef>
                <a:spcPts val="5700"/>
              </a:spcBef>
              <a:defRPr sz="3100" cap="all" spc="589">
                <a:solidFill>
                  <a:srgbClr val="DDDDDD"/>
                </a:solidFill>
                <a:latin typeface="PingFangSC-Regular" panose="020B0400000000000000" charset="-122"/>
                <a:ea typeface="PingFangSC-Regular" panose="020B0400000000000000" charset="-122"/>
                <a:cs typeface="PingFangSC-Regular" panose="020B0400000000000000" charset="-122"/>
                <a:sym typeface="PingFangSC-Regular" panose="020B0400000000000000" charset="-122"/>
              </a:defRPr>
            </a:lvl1pPr>
          </a:lstStyle>
          <a:p>
            <a:r>
              <a:t>introduction</a:t>
            </a:r>
          </a:p>
        </p:txBody>
      </p:sp>
      <p:sp>
        <p:nvSpPr>
          <p:cNvPr id="6" name="正文级别 1…"/>
          <p:cNvSpPr txBox="1"/>
          <p:nvPr>
            <p:ph type="body" idx="1"/>
          </p:nvPr>
        </p:nvSpPr>
        <p:spPr>
          <a:xfrm>
            <a:off x="1159209" y="4528523"/>
            <a:ext cx="22065582" cy="4456014"/>
          </a:xfrm>
          <a:prstGeom prst="rect">
            <a:avLst/>
          </a:prstGeom>
          <a:ln w="12700">
            <a:miter lim="400000"/>
          </a:ln>
        </p:spPr>
        <p:txBody>
          <a:bodyPr lIns="28575" tIns="28575" rIns="28575" bIns="28575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Source Han Sans CN Regular" panose="020B0800000000000000" charset="-122"/>
          <a:ea typeface="Source Han Sans CN Regular" panose="020B0800000000000000" charset="-122"/>
          <a:cs typeface="Helvetica Neue Medium" panose="02000503000000020004"/>
          <a:sym typeface="Helvetica Neue Medium" panose="02000503000000020004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6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 panose="02000503000000020004"/>
          <a:ea typeface="Helvetica Neue Medium" panose="02000503000000020004"/>
          <a:cs typeface="Helvetica Neue Medium" panose="02000503000000020004"/>
          <a:sym typeface="Helvetica Neue Medium" panose="02000503000000020004"/>
        </a:defRPr>
      </a:lvl9pPr>
    </p:titleStyle>
    <p:bodyStyle>
      <a:lvl1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FFFFFF"/>
          </a:solidFill>
          <a:uFillTx/>
          <a:latin typeface="Source Han Sans CN Regular" panose="020B0800000000000000" charset="-122"/>
          <a:ea typeface="Source Han Sans CN Regular" panose="020B0800000000000000" charset="-122"/>
          <a:cs typeface="Source Han Sans CN Regular" panose="020B0800000000000000" charset="-122"/>
          <a:sym typeface="Helvetica"/>
        </a:defRPr>
      </a:lvl1pPr>
      <a:lvl2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FFFFFF"/>
          </a:solidFill>
          <a:uFillTx/>
          <a:latin typeface="Source Han Sans CN Regular" panose="020B0800000000000000" charset="-122"/>
          <a:ea typeface="Source Han Sans CN Regular" panose="020B0800000000000000" charset="-122"/>
          <a:cs typeface="Source Han Sans CN Regular" panose="020B0800000000000000" charset="-122"/>
          <a:sym typeface="Helvetica"/>
        </a:defRPr>
      </a:lvl2pPr>
      <a:lvl3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FFFFFF"/>
          </a:solidFill>
          <a:uFillTx/>
          <a:latin typeface="Source Han Sans CN Regular" panose="020B0800000000000000" charset="-122"/>
          <a:ea typeface="Source Han Sans CN Regular" panose="020B0800000000000000" charset="-122"/>
          <a:cs typeface="Source Han Sans CN Regular" panose="020B0800000000000000" charset="-122"/>
          <a:sym typeface="Helvetica"/>
        </a:defRPr>
      </a:lvl3pPr>
      <a:lvl4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FFFFFF"/>
          </a:solidFill>
          <a:uFillTx/>
          <a:latin typeface="Source Han Sans CN Regular" panose="020B0800000000000000" charset="-122"/>
          <a:ea typeface="Source Han Sans CN Regular" panose="020B0800000000000000" charset="-122"/>
          <a:cs typeface="Source Han Sans CN Regular" panose="020B0800000000000000" charset="-122"/>
          <a:sym typeface="Helvetica"/>
        </a:defRPr>
      </a:lvl4pPr>
      <a:lvl5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FFFFFF"/>
          </a:solidFill>
          <a:uFillTx/>
          <a:latin typeface="Source Han Sans CN Regular" panose="020B0800000000000000" charset="-122"/>
          <a:ea typeface="Source Han Sans CN Regular" panose="020B0800000000000000" charset="-122"/>
          <a:cs typeface="Source Han Sans CN Regular" panose="020B0800000000000000" charset="-122"/>
          <a:sym typeface="Helvetica"/>
        </a:defRPr>
      </a:lvl5pPr>
      <a:lvl6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825500" latinLnBrk="0">
        <a:lnSpc>
          <a:spcPct val="15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/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连按此项以编辑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8" name="标题 7"/>
          <p:cNvSpPr/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2419945" y="2214880"/>
            <a:ext cx="8128000" cy="4260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28575" tIns="28575" rIns="28575" bIns="28575" numCol="1" spcCol="38100" rtlCol="0" anchor="ctr" forceAA="0" upright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" panose="02000503000000020004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正文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95" name="总结（you can take away）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67715">
              <a:defRPr sz="5950"/>
            </a:lvl1pPr>
          </a:lstStyle>
          <a:p>
            <a:r>
              <a:rPr b="1"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总结（you can take away）</a:t>
            </a:r>
            <a:endParaRPr b="1"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PP_MARK_KEY" val="0595172b-6858-447b-849b-d65deb298537"/>
  <p:tag name="COMMONDATA" val="eyJoZGlkIjoiNmY0ODZmOGE1YmFmMzVjMDc1MGNjYmRjY2Y3YTMxZWUifQ=="/>
</p:tagLst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28575" tIns="28575" rIns="28575" bIns="28575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28575" tIns="28575" rIns="28575" bIns="28575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lack">
  <a:themeElements>
    <a:clrScheme name="Black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28575" tIns="28575" rIns="28575" bIns="28575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28575" tIns="28575" rIns="28575" bIns="28575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28575" tIns="28575" rIns="28575" bIns="28575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28575" tIns="28575" rIns="28575" bIns="28575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WPS 表格</Application>
  <PresentationFormat/>
  <Paragraphs>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35" baseType="lpstr">
      <vt:lpstr>Arial</vt:lpstr>
      <vt:lpstr>宋体</vt:lpstr>
      <vt:lpstr>Wingdings</vt:lpstr>
      <vt:lpstr>Helvetica Neue</vt:lpstr>
      <vt:lpstr>Helvetica</vt:lpstr>
      <vt:lpstr>Helvetica Neue Medium</vt:lpstr>
      <vt:lpstr>PingFangSC-Regular</vt:lpstr>
      <vt:lpstr>Helvetica Neue Light</vt:lpstr>
      <vt:lpstr>微软雅黑</vt:lpstr>
      <vt:lpstr>汉仪旗黑</vt:lpstr>
      <vt:lpstr>宋体</vt:lpstr>
      <vt:lpstr>Arial Unicode MS</vt:lpstr>
      <vt:lpstr>Calibri Light</vt:lpstr>
      <vt:lpstr>Helvetica Neue</vt:lpstr>
      <vt:lpstr>汉仪书宋二KW</vt:lpstr>
      <vt:lpstr>Helvetica</vt:lpstr>
      <vt:lpstr>微软雅黑</vt:lpstr>
      <vt:lpstr>Source Han Sans CN Regular</vt:lpstr>
      <vt:lpstr>Alibaba PuHuiTi Bold</vt:lpstr>
      <vt:lpstr>Source Han Sans CN Bold</vt:lpstr>
      <vt:lpstr>Source Han Sans CN ExtraLight</vt:lpstr>
      <vt:lpstr>Alibaba PuHuiTi Medium</vt:lpstr>
      <vt:lpstr>Source Han Sans CN</vt:lpstr>
      <vt:lpstr>Source Han Sans CN Light</vt:lpstr>
      <vt:lpstr>Source Han Sans CN Normal</vt:lpstr>
      <vt:lpstr>Source Han Sans CN Medium</vt:lpstr>
      <vt:lpstr>Black</vt:lpstr>
      <vt:lpstr>1_Black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总结（you can take away）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Magical1423461328</cp:lastModifiedBy>
  <cp:revision>13</cp:revision>
  <dcterms:created xsi:type="dcterms:W3CDTF">2024-11-19T03:31:04Z</dcterms:created>
  <dcterms:modified xsi:type="dcterms:W3CDTF">2024-11-19T03:31:04Z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64D6049DB67C43FEAD6B4814971CCD9B_12</vt:lpwstr>
  </property>
  <property fmtid="{D5CDD505-2E9C-101B-9397-08002B2CF9AE}" pid="3" name="KSOProductBuildVer">
    <vt:lpwstr>2052-6.10.1.8873</vt:lpwstr>
  </property>
</Properties>
</file>