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1" name="Shape 8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1pPr>
    <a:lvl2pPr indent="228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2pPr>
    <a:lvl3pPr indent="457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3pPr>
    <a:lvl4pPr indent="685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4pPr>
    <a:lvl5pPr indent="9144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5pPr>
    <a:lvl6pPr indent="11430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6pPr>
    <a:lvl7pPr indent="1371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7pPr>
    <a:lvl8pPr indent="1600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8pPr>
    <a:lvl9pPr indent="1828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封面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1.png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" name="标题文本"/>
          <p:cNvSpPr txBox="1"/>
          <p:nvPr>
            <p:ph type="title" hasCustomPrompt="1"/>
          </p:nvPr>
        </p:nvSpPr>
        <p:spPr>
          <a:xfrm>
            <a:off x="1645646" y="2174614"/>
            <a:ext cx="17084637" cy="1756126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25" name="正文级别 1…"/>
          <p:cNvSpPr txBox="1"/>
          <p:nvPr>
            <p:ph type="body" sz="half" idx="1" hasCustomPrompt="1"/>
          </p:nvPr>
        </p:nvSpPr>
        <p:spPr>
          <a:xfrm>
            <a:off x="1646887" y="4446227"/>
            <a:ext cx="19012233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我介绍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文级别 1…"/>
          <p:cNvSpPr txBox="1"/>
          <p:nvPr>
            <p:ph type="body" sz="half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" name="标题文本"/>
          <p:cNvSpPr txBox="1"/>
          <p:nvPr>
            <p:ph type="title" hasCustomPrompt="1"/>
          </p:nvPr>
        </p:nvSpPr>
        <p:spPr>
          <a:xfrm>
            <a:off x="1645646" y="2325882"/>
            <a:ext cx="17423452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43" name="正文级别 1…"/>
          <p:cNvSpPr txBox="1"/>
          <p:nvPr>
            <p:ph type="body" sz="half" idx="1" hasCustomPrompt="1"/>
          </p:nvPr>
        </p:nvSpPr>
        <p:spPr>
          <a:xfrm>
            <a:off x="1646887" y="4658001"/>
            <a:ext cx="18833192" cy="58547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目录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" name="正文级别 1…"/>
          <p:cNvSpPr txBox="1"/>
          <p:nvPr>
            <p:ph type="body" sz="half" idx="1" hasCustomPrompt="1"/>
          </p:nvPr>
        </p:nvSpPr>
        <p:spPr>
          <a:xfrm>
            <a:off x="1067448" y="4456852"/>
            <a:ext cx="22172904" cy="48925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3" name="目       录"/>
          <p:cNvSpPr txBox="1"/>
          <p:nvPr/>
        </p:nvSpPr>
        <p:spPr>
          <a:xfrm>
            <a:off x="1612811" y="1928210"/>
            <a:ext cx="3276204" cy="1200151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目       录</a:t>
            </a:r>
          </a:p>
        </p:txBody>
      </p:sp>
      <p:sp>
        <p:nvSpPr>
          <p:cNvPr id="54" name="CONTENTS"/>
          <p:cNvSpPr txBox="1"/>
          <p:nvPr/>
        </p:nvSpPr>
        <p:spPr>
          <a:xfrm>
            <a:off x="1085428" y="3049385"/>
            <a:ext cx="4175969" cy="615951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1795">
                <a:solidFill>
                  <a:srgbClr val="A7A7A7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CONTENTS </a:t>
            </a:r>
          </a:p>
        </p:txBody>
      </p:sp>
      <p:sp>
        <p:nvSpPr>
          <p:cNvPr id="55" name="矩形"/>
          <p:cNvSpPr/>
          <p:nvPr/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5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4" name="正文级别 1…"/>
          <p:cNvSpPr txBox="1"/>
          <p:nvPr>
            <p:ph type="body" idx="1" hasCustomPrompt="1"/>
          </p:nvPr>
        </p:nvSpPr>
        <p:spPr>
          <a:xfrm>
            <a:off x="1347248" y="3840078"/>
            <a:ext cx="18880973" cy="717739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5" name="标题文本"/>
          <p:cNvSpPr txBox="1"/>
          <p:nvPr>
            <p:ph type="title" hasCustomPrompt="1"/>
          </p:nvPr>
        </p:nvSpPr>
        <p:spPr>
          <a:xfrm>
            <a:off x="1329026" y="2274976"/>
            <a:ext cx="17159754" cy="1199854"/>
          </a:xfrm>
          <a:prstGeom prst="rect">
            <a:avLst/>
          </a:prstGeom>
        </p:spPr>
        <p:txBody>
          <a:bodyPr anchor="t"/>
          <a:lstStyle>
            <a:lvl1pPr algn="l">
              <a:defRPr sz="6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3.png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.png" descr="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自我介绍"/>
          <p:cNvSpPr txBox="1"/>
          <p:nvPr/>
        </p:nvSpPr>
        <p:spPr>
          <a:xfrm>
            <a:off x="1590388" y="1956061"/>
            <a:ext cx="3321051" cy="1200151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自我介绍</a:t>
            </a:r>
          </a:p>
        </p:txBody>
      </p:sp>
      <p:sp>
        <p:nvSpPr>
          <p:cNvPr id="4" name="矩形"/>
          <p:cNvSpPr/>
          <p:nvPr/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5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" name="introduction"/>
          <p:cNvSpPr txBox="1"/>
          <p:nvPr/>
        </p:nvSpPr>
        <p:spPr>
          <a:xfrm>
            <a:off x="1085428" y="3137819"/>
            <a:ext cx="4466008" cy="615951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589">
                <a:solidFill>
                  <a:srgbClr val="A7A7A7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introduction</a:t>
            </a:r>
          </a:p>
        </p:txBody>
      </p:sp>
      <p:sp>
        <p:nvSpPr>
          <p:cNvPr id="6" name="正文级别 1…"/>
          <p:cNvSpPr txBox="1"/>
          <p:nvPr>
            <p:ph type="body" idx="1"/>
          </p:nvPr>
        </p:nvSpPr>
        <p:spPr>
          <a:xfrm>
            <a:off x="1108409" y="4528523"/>
            <a:ext cx="22065582" cy="4456014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" name="标题文本"/>
          <p:cNvSpPr txBox="1"/>
          <p:nvPr>
            <p:ph type="title"/>
          </p:nvPr>
        </p:nvSpPr>
        <p:spPr>
          <a:xfrm>
            <a:off x="3653366" y="1338865"/>
            <a:ext cx="19507201" cy="3738945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12026401" y="10358436"/>
            <a:ext cx="324054" cy="329920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>
            <a:spAutoFit/>
          </a:bodyPr>
          <a:lstStyle>
            <a:lvl1pPr>
              <a:defRPr sz="1800">
                <a:solidFill>
                  <a:srgbClr val="FFFF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9pPr>
    </p:titleStyle>
    <p:bodyStyle>
      <a:lvl1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GO  鲲鹏会 广州董事会"/>
          <p:cNvSpPr txBox="1"/>
          <p:nvPr/>
        </p:nvSpPr>
        <p:spPr>
          <a:xfrm>
            <a:off x="8930640" y="2811108"/>
            <a:ext cx="6522720" cy="1492250"/>
          </a:xfrm>
          <a:prstGeom prst="rect">
            <a:avLst/>
          </a:prstGeom>
          <a:ln w="12700">
            <a:miter lim="400000"/>
          </a:ln>
        </p:spPr>
        <p:txBody>
          <a:bodyPr wrap="none" lIns="15240" tIns="15240" rIns="15240" bIns="15240" anchor="ctr">
            <a:spAutoFit/>
          </a:bodyPr>
          <a:lstStyle>
            <a:lvl1pPr defTabSz="586740">
              <a:defRPr sz="9500">
                <a:solidFill>
                  <a:srgbClr val="FFFFFF"/>
                </a:soli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lvl1pPr>
          </a:lstStyle>
          <a:p>
            <a:r>
              <a:t>TGO 鲲鹏会</a:t>
            </a:r>
          </a:p>
        </p:txBody>
      </p:sp>
      <p:sp>
        <p:nvSpPr>
          <p:cNvPr id="84" name="时间：2022年2月"/>
          <p:cNvSpPr txBox="1"/>
          <p:nvPr/>
        </p:nvSpPr>
        <p:spPr>
          <a:xfrm>
            <a:off x="7346700" y="4898556"/>
            <a:ext cx="4411981" cy="805181"/>
          </a:xfrm>
          <a:prstGeom prst="rect">
            <a:avLst/>
          </a:prstGeom>
          <a:ln w="12700">
            <a:miter lim="400000"/>
          </a:ln>
        </p:spPr>
        <p:txBody>
          <a:bodyPr wrap="none" lIns="15240" tIns="15240" rIns="15240" bIns="15240" anchor="ctr">
            <a:spAutoFit/>
          </a:bodyPr>
          <a:lstStyle>
            <a:lvl1pPr defTabSz="586740">
              <a:defRPr sz="43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PingFang SC" panose="020B0400000000000000" charset="-122"/>
              </a:defRPr>
            </a:lvl1pPr>
          </a:lstStyle>
          <a:p>
            <a:r>
              <a:t>时间：2022年2月</a:t>
            </a:r>
          </a:p>
        </p:txBody>
      </p:sp>
      <p:sp>
        <p:nvSpPr>
          <p:cNvPr id="85" name="形式：线上&amp;线下"/>
          <p:cNvSpPr txBox="1"/>
          <p:nvPr/>
        </p:nvSpPr>
        <p:spPr>
          <a:xfrm>
            <a:off x="12769731" y="4898556"/>
            <a:ext cx="4262350" cy="805181"/>
          </a:xfrm>
          <a:prstGeom prst="rect">
            <a:avLst/>
          </a:prstGeom>
          <a:ln w="12700">
            <a:miter lim="400000"/>
          </a:ln>
        </p:spPr>
        <p:txBody>
          <a:bodyPr wrap="none" lIns="15240" tIns="15240" rIns="15240" bIns="15240" anchor="ctr">
            <a:spAutoFit/>
          </a:bodyPr>
          <a:lstStyle>
            <a:lvl1pPr defTabSz="586740">
              <a:defRPr sz="43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PingFang SC" panose="020B0400000000000000" charset="-122"/>
              </a:defRPr>
            </a:lvl1pPr>
          </a:lstStyle>
          <a:p>
            <a:r>
              <a:t>形式：线上&amp;线下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连按此项以编辑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88" name="连按此项以编辑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连按此项以编辑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连按此项以编辑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连按此项以编辑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连按此项以编辑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5" name="连按此项以编辑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817245">
              <a:defRPr sz="6300"/>
            </a:p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连按此项以编辑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8" name="总结（you can take away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7245">
              <a:defRPr sz="6335"/>
            </a:lvl1pPr>
          </a:lstStyle>
          <a:p>
            <a:r>
              <a:t>总结（you can take away）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文字</Application>
  <PresentationFormat/>
  <Paragraphs>10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Arial</vt:lpstr>
      <vt:lpstr>宋体</vt:lpstr>
      <vt:lpstr>Wingdings</vt:lpstr>
      <vt:lpstr>Helvetica Neue</vt:lpstr>
      <vt:lpstr>Helvetica</vt:lpstr>
      <vt:lpstr>Helvetica Neue Medium</vt:lpstr>
      <vt:lpstr>PingFangSC-Regular</vt:lpstr>
      <vt:lpstr>Helvetica Neue Light</vt:lpstr>
      <vt:lpstr>Microsoft YaHei</vt:lpstr>
      <vt:lpstr>Source Han Sans CN Bold Bold</vt:lpstr>
      <vt:lpstr>Thonburi</vt:lpstr>
      <vt:lpstr>PingFang SC</vt:lpstr>
      <vt:lpstr>宋体</vt:lpstr>
      <vt:lpstr>汉仪书宋二KW</vt:lpstr>
      <vt:lpstr>微软雅黑</vt:lpstr>
      <vt:lpstr>Arial Unicode MS</vt:lpstr>
      <vt:lpstr>Calibri Light</vt:lpstr>
      <vt:lpstr>Helvetica Neue</vt:lpstr>
      <vt:lpstr>Helvetica</vt:lpstr>
      <vt:lpstr>Source Han Sans CN Bold Bold</vt:lpstr>
      <vt:lpstr>苹方-简</vt:lpstr>
      <vt:lpstr>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总结（you can take away）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肉山大魔王</cp:lastModifiedBy>
  <cp:revision>1</cp:revision>
  <dcterms:created xsi:type="dcterms:W3CDTF">2026-07-07T09:03:47Z</dcterms:created>
  <dcterms:modified xsi:type="dcterms:W3CDTF">2026-07-07T09:03:47Z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3ADB976098C28BC6F3C04C6AB06053CA_43</vt:lpwstr>
  </property>
  <property fmtid="{D5CDD505-2E9C-101B-9397-08002B2CF9AE}" pid="3" name="KSOProductBuildVer">
    <vt:lpwstr>2052-12.1.26026.26026</vt:lpwstr>
  </property>
</Properties>
</file>