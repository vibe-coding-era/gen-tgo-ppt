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55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87"/>
  </p:normalViewPr>
  <p:slideViewPr>
    <p:cSldViewPr snapToGrid="0">
      <p:cViewPr varScale="1">
        <p:scale>
          <a:sx n="102" d="100"/>
          <a:sy n="102" d="100"/>
        </p:scale>
        <p:origin x="19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d-rail-blue">
            <a:extLst>
              <a:ext uri="{FF2B5EF4-FFF2-40B4-BE49-F238E27FC236}">
                <a16:creationId xmlns:a16="http://schemas.microsoft.com/office/drawing/2014/main" id="{DAB628D9-3CB0-4326-BF90-C9CD01CBC8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A6A"/>
          </a:solidFill>
          <a:ln w="0">
            <a:noFill/>
            <a:prstDash val="solid"/>
          </a:ln>
        </p:spPr>
      </p:sp>
      <p:sp>
        <p:nvSpPr>
          <p:cNvPr id="2" name="brand-rail-orange">
            <a:extLst>
              <a:ext uri="{FF2B5EF4-FFF2-40B4-BE49-F238E27FC236}">
                <a16:creationId xmlns:a16="http://schemas.microsoft.com/office/drawing/2014/main" id="{EDDD0CC5-B749-42CD-9398-AAC506219490}"/>
              </a:ext>
            </a:extLst>
          </p:cNvPr>
          <p:cNvSpPr>
            <a:spLocks noGrp="1"/>
          </p:cNvSpPr>
          <p:nvPr/>
        </p:nvSpPr>
        <p:spPr>
          <a:xfrm>
            <a:off x="114300" y="0"/>
            <a:ext cx="57150" cy="6858000"/>
          </a:xfrm>
          <a:prstGeom prst="rect">
            <a:avLst/>
          </a:prstGeom>
          <a:solidFill>
            <a:srgbClr val="F15A24"/>
          </a:solidFill>
          <a:ln w="0">
            <a:noFill/>
            <a:prstDash val="solid"/>
          </a:ln>
        </p:spPr>
      </p:sp>
      <p:sp>
        <p:nvSpPr>
          <p:cNvPr id="3" name="top-accent">
            <a:extLst>
              <a:ext uri="{FF2B5EF4-FFF2-40B4-BE49-F238E27FC236}">
                <a16:creationId xmlns:a16="http://schemas.microsoft.com/office/drawing/2014/main" id="{617D4A2B-4873-4AF7-AC3A-70BF593C2CDF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1714500" cy="66675"/>
          </a:xfrm>
          <a:prstGeom prst="rect">
            <a:avLst/>
          </a:prstGeom>
          <a:solidFill>
            <a:srgbClr val="F15A24"/>
          </a:solidFill>
          <a:ln w="0">
            <a:noFill/>
            <a:prstDash val="solid"/>
          </a:ln>
        </p:spPr>
      </p:sp>
      <p:sp>
        <p:nvSpPr>
          <p:cNvPr id="4" name="top-accent-blue">
            <a:extLst>
              <a:ext uri="{FF2B5EF4-FFF2-40B4-BE49-F238E27FC236}">
                <a16:creationId xmlns:a16="http://schemas.microsoft.com/office/drawing/2014/main" id="{0FE49480-C311-4EC7-9826-AC6B1CE8414E}"/>
              </a:ext>
            </a:extLst>
          </p:cNvPr>
          <p:cNvSpPr>
            <a:spLocks noGrp="1"/>
          </p:cNvSpPr>
          <p:nvPr/>
        </p:nvSpPr>
        <p:spPr>
          <a:xfrm>
            <a:off x="11620500" y="0"/>
            <a:ext cx="571500" cy="66675"/>
          </a:xfrm>
          <a:prstGeom prst="rect">
            <a:avLst/>
          </a:prstGeom>
          <a:solidFill>
            <a:srgbClr val="002A6A"/>
          </a:solidFill>
          <a:ln w="0">
            <a:noFill/>
            <a:prstDash val="solid"/>
          </a:ln>
        </p:spPr>
      </p:sp>
      <p:sp>
        <p:nvSpPr>
          <p:cNvPr id="5" name="hero-navy-block">
            <a:extLst>
              <a:ext uri="{FF2B5EF4-FFF2-40B4-BE49-F238E27FC236}">
                <a16:creationId xmlns:a16="http://schemas.microsoft.com/office/drawing/2014/main" id="{10FD3372-36DA-4BDE-BC9F-1316755F1E04}"/>
              </a:ext>
            </a:extLst>
          </p:cNvPr>
          <p:cNvSpPr>
            <a:spLocks noGrp="1"/>
          </p:cNvSpPr>
          <p:nvPr/>
        </p:nvSpPr>
        <p:spPr>
          <a:xfrm>
            <a:off x="7429500" y="0"/>
            <a:ext cx="4762500" cy="6858000"/>
          </a:xfrm>
          <a:prstGeom prst="rect">
            <a:avLst/>
          </a:prstGeom>
          <a:solidFill>
            <a:srgbClr val="002A6A"/>
          </a:solidFill>
          <a:ln w="0">
            <a:noFill/>
            <a:prstDash val="solid"/>
          </a:ln>
        </p:spPr>
      </p:sp>
      <p:sp>
        <p:nvSpPr>
          <p:cNvPr id="6" name="hero-orange-slice">
            <a:extLst>
              <a:ext uri="{FF2B5EF4-FFF2-40B4-BE49-F238E27FC236}">
                <a16:creationId xmlns:a16="http://schemas.microsoft.com/office/drawing/2014/main" id="{EFBA1BE0-C58C-42AF-A2B1-69D936F5F29D}"/>
              </a:ext>
            </a:extLst>
          </p:cNvPr>
          <p:cNvSpPr>
            <a:spLocks noGrp="1"/>
          </p:cNvSpPr>
          <p:nvPr/>
        </p:nvSpPr>
        <p:spPr>
          <a:xfrm>
            <a:off x="6800850" y="0"/>
            <a:ext cx="914400" cy="6858000"/>
          </a:xfrm>
          <a:prstGeom prst="rect">
            <a:avLst/>
          </a:prstGeom>
          <a:gradFill>
            <a:gsLst>
              <a:gs pos="0">
                <a:srgbClr val="FFB8A8"/>
              </a:gs>
              <a:gs pos="52000">
                <a:srgbClr val="F15A24"/>
              </a:gs>
              <a:gs pos="100000">
                <a:srgbClr val="E83E15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7" name="grid-v-0">
            <a:extLst>
              <a:ext uri="{FF2B5EF4-FFF2-40B4-BE49-F238E27FC236}">
                <a16:creationId xmlns:a16="http://schemas.microsoft.com/office/drawing/2014/main" id="{C8AEC3BA-7115-4550-BD7B-D6E797E5A886}"/>
              </a:ext>
            </a:extLst>
          </p:cNvPr>
          <p:cNvSpPr>
            <a:spLocks noGrp="1"/>
          </p:cNvSpPr>
          <p:nvPr/>
        </p:nvSpPr>
        <p:spPr>
          <a:xfrm>
            <a:off x="7524750" y="838200"/>
            <a:ext cx="0" cy="4362450"/>
          </a:xfrm>
          <a:prstGeom prst="line">
            <a:avLst/>
          </a:prstGeom>
          <a:noFill/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8" name="grid-v-1">
            <a:extLst>
              <a:ext uri="{FF2B5EF4-FFF2-40B4-BE49-F238E27FC236}">
                <a16:creationId xmlns:a16="http://schemas.microsoft.com/office/drawing/2014/main" id="{00BF46AF-9DBE-46DA-9DB8-A944714CD53E}"/>
              </a:ext>
            </a:extLst>
          </p:cNvPr>
          <p:cNvSpPr>
            <a:spLocks noGrp="1"/>
          </p:cNvSpPr>
          <p:nvPr/>
        </p:nvSpPr>
        <p:spPr>
          <a:xfrm>
            <a:off x="7981950" y="838200"/>
            <a:ext cx="0" cy="4362450"/>
          </a:xfrm>
          <a:prstGeom prst="line">
            <a:avLst/>
          </a:prstGeom>
          <a:noFill/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9" name="grid-v-2">
            <a:extLst>
              <a:ext uri="{FF2B5EF4-FFF2-40B4-BE49-F238E27FC236}">
                <a16:creationId xmlns:a16="http://schemas.microsoft.com/office/drawing/2014/main" id="{F7F5D9D3-26A2-4285-90E2-65B3CB3AC932}"/>
              </a:ext>
            </a:extLst>
          </p:cNvPr>
          <p:cNvSpPr>
            <a:spLocks noGrp="1"/>
          </p:cNvSpPr>
          <p:nvPr/>
        </p:nvSpPr>
        <p:spPr>
          <a:xfrm>
            <a:off x="8439150" y="838200"/>
            <a:ext cx="0" cy="4362450"/>
          </a:xfrm>
          <a:prstGeom prst="line">
            <a:avLst/>
          </a:prstGeom>
          <a:noFill/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10" name="grid-v-3">
            <a:extLst>
              <a:ext uri="{FF2B5EF4-FFF2-40B4-BE49-F238E27FC236}">
                <a16:creationId xmlns:a16="http://schemas.microsoft.com/office/drawing/2014/main" id="{0F98E5ED-B093-4146-BC54-22BF7DC17608}"/>
              </a:ext>
            </a:extLst>
          </p:cNvPr>
          <p:cNvSpPr>
            <a:spLocks noGrp="1"/>
          </p:cNvSpPr>
          <p:nvPr/>
        </p:nvSpPr>
        <p:spPr>
          <a:xfrm>
            <a:off x="8896350" y="838200"/>
            <a:ext cx="0" cy="4362450"/>
          </a:xfrm>
          <a:prstGeom prst="line">
            <a:avLst/>
          </a:prstGeom>
          <a:noFill/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11" name="grid-v-4">
            <a:extLst>
              <a:ext uri="{FF2B5EF4-FFF2-40B4-BE49-F238E27FC236}">
                <a16:creationId xmlns:a16="http://schemas.microsoft.com/office/drawing/2014/main" id="{03608AD9-4F84-44DC-8292-C8C491167C0F}"/>
              </a:ext>
            </a:extLst>
          </p:cNvPr>
          <p:cNvSpPr>
            <a:spLocks noGrp="1"/>
          </p:cNvSpPr>
          <p:nvPr/>
        </p:nvSpPr>
        <p:spPr>
          <a:xfrm>
            <a:off x="9353550" y="838200"/>
            <a:ext cx="0" cy="4362450"/>
          </a:xfrm>
          <a:prstGeom prst="line">
            <a:avLst/>
          </a:prstGeom>
          <a:noFill/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12" name="grid-v-5">
            <a:extLst>
              <a:ext uri="{FF2B5EF4-FFF2-40B4-BE49-F238E27FC236}">
                <a16:creationId xmlns:a16="http://schemas.microsoft.com/office/drawing/2014/main" id="{0660FCF0-5FD2-41CB-8624-4DAEA9370512}"/>
              </a:ext>
            </a:extLst>
          </p:cNvPr>
          <p:cNvSpPr>
            <a:spLocks noGrp="1"/>
          </p:cNvSpPr>
          <p:nvPr/>
        </p:nvSpPr>
        <p:spPr>
          <a:xfrm>
            <a:off x="9810750" y="838200"/>
            <a:ext cx="0" cy="4362450"/>
          </a:xfrm>
          <a:prstGeom prst="line">
            <a:avLst/>
          </a:prstGeom>
          <a:noFill/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13" name="grid-v-6">
            <a:extLst>
              <a:ext uri="{FF2B5EF4-FFF2-40B4-BE49-F238E27FC236}">
                <a16:creationId xmlns:a16="http://schemas.microsoft.com/office/drawing/2014/main" id="{A7F9E518-FEA1-47CA-AF09-C6F3192208AE}"/>
              </a:ext>
            </a:extLst>
          </p:cNvPr>
          <p:cNvSpPr>
            <a:spLocks noGrp="1"/>
          </p:cNvSpPr>
          <p:nvPr/>
        </p:nvSpPr>
        <p:spPr>
          <a:xfrm>
            <a:off x="10267950" y="838200"/>
            <a:ext cx="0" cy="4362450"/>
          </a:xfrm>
          <a:prstGeom prst="line">
            <a:avLst/>
          </a:prstGeom>
          <a:noFill/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14" name="grid-h-0">
            <a:extLst>
              <a:ext uri="{FF2B5EF4-FFF2-40B4-BE49-F238E27FC236}">
                <a16:creationId xmlns:a16="http://schemas.microsoft.com/office/drawing/2014/main" id="{D1DB697A-19F4-4154-A98D-915C3C80B9CA}"/>
              </a:ext>
            </a:extLst>
          </p:cNvPr>
          <p:cNvSpPr>
            <a:spLocks noGrp="1"/>
          </p:cNvSpPr>
          <p:nvPr/>
        </p:nvSpPr>
        <p:spPr>
          <a:xfrm>
            <a:off x="7239000" y="1123950"/>
            <a:ext cx="3429000" cy="0"/>
          </a:xfrm>
          <a:prstGeom prst="line">
            <a:avLst/>
          </a:prstGeom>
          <a:noFill/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15" name="grid-h-1">
            <a:extLst>
              <a:ext uri="{FF2B5EF4-FFF2-40B4-BE49-F238E27FC236}">
                <a16:creationId xmlns:a16="http://schemas.microsoft.com/office/drawing/2014/main" id="{8C235594-551F-4440-AED1-642BE237A3A8}"/>
              </a:ext>
            </a:extLst>
          </p:cNvPr>
          <p:cNvSpPr>
            <a:spLocks noGrp="1"/>
          </p:cNvSpPr>
          <p:nvPr/>
        </p:nvSpPr>
        <p:spPr>
          <a:xfrm>
            <a:off x="7239000" y="1657350"/>
            <a:ext cx="3429000" cy="0"/>
          </a:xfrm>
          <a:prstGeom prst="line">
            <a:avLst/>
          </a:prstGeom>
          <a:noFill/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16" name="grid-h-2">
            <a:extLst>
              <a:ext uri="{FF2B5EF4-FFF2-40B4-BE49-F238E27FC236}">
                <a16:creationId xmlns:a16="http://schemas.microsoft.com/office/drawing/2014/main" id="{FA1A2368-F476-4A58-9CD0-627B049A3ABB}"/>
              </a:ext>
            </a:extLst>
          </p:cNvPr>
          <p:cNvSpPr>
            <a:spLocks noGrp="1"/>
          </p:cNvSpPr>
          <p:nvPr/>
        </p:nvSpPr>
        <p:spPr>
          <a:xfrm>
            <a:off x="7239000" y="2190750"/>
            <a:ext cx="3429000" cy="0"/>
          </a:xfrm>
          <a:prstGeom prst="line">
            <a:avLst/>
          </a:prstGeom>
          <a:noFill/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17" name="grid-h-3">
            <a:extLst>
              <a:ext uri="{FF2B5EF4-FFF2-40B4-BE49-F238E27FC236}">
                <a16:creationId xmlns:a16="http://schemas.microsoft.com/office/drawing/2014/main" id="{D5E5E58C-728A-489E-935C-092F9B89FD31}"/>
              </a:ext>
            </a:extLst>
          </p:cNvPr>
          <p:cNvSpPr>
            <a:spLocks noGrp="1"/>
          </p:cNvSpPr>
          <p:nvPr/>
        </p:nvSpPr>
        <p:spPr>
          <a:xfrm>
            <a:off x="7239000" y="2724150"/>
            <a:ext cx="3429000" cy="0"/>
          </a:xfrm>
          <a:prstGeom prst="line">
            <a:avLst/>
          </a:prstGeom>
          <a:noFill/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18" name="grid-h-4">
            <a:extLst>
              <a:ext uri="{FF2B5EF4-FFF2-40B4-BE49-F238E27FC236}">
                <a16:creationId xmlns:a16="http://schemas.microsoft.com/office/drawing/2014/main" id="{AC836AF2-0BF2-40CE-8EDD-863620485926}"/>
              </a:ext>
            </a:extLst>
          </p:cNvPr>
          <p:cNvSpPr>
            <a:spLocks noGrp="1"/>
          </p:cNvSpPr>
          <p:nvPr/>
        </p:nvSpPr>
        <p:spPr>
          <a:xfrm>
            <a:off x="7239000" y="3257550"/>
            <a:ext cx="3429000" cy="0"/>
          </a:xfrm>
          <a:prstGeom prst="line">
            <a:avLst/>
          </a:prstGeom>
          <a:noFill/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19" name="grid-h-5">
            <a:extLst>
              <a:ext uri="{FF2B5EF4-FFF2-40B4-BE49-F238E27FC236}">
                <a16:creationId xmlns:a16="http://schemas.microsoft.com/office/drawing/2014/main" id="{4EF9E967-EB91-40C9-B22D-645436D399AA}"/>
              </a:ext>
            </a:extLst>
          </p:cNvPr>
          <p:cNvSpPr>
            <a:spLocks noGrp="1"/>
          </p:cNvSpPr>
          <p:nvPr/>
        </p:nvSpPr>
        <p:spPr>
          <a:xfrm>
            <a:off x="7239000" y="3790950"/>
            <a:ext cx="3429000" cy="0"/>
          </a:xfrm>
          <a:prstGeom prst="line">
            <a:avLst/>
          </a:prstGeom>
          <a:noFill/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86524" y="2372475"/>
            <a:ext cx="2988507" cy="125707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23900" y="631440"/>
            <a:ext cx="2457450" cy="527821"/>
          </a:xfrm>
          <a:prstGeom prst="rect">
            <a:avLst/>
          </a:prstGeom>
        </p:spPr>
      </p:pic>
      <p:sp>
        <p:nvSpPr>
          <p:cNvPr id="22" name="eyebrow">
            <a:extLst>
              <a:ext uri="{FF2B5EF4-FFF2-40B4-BE49-F238E27FC236}">
                <a16:creationId xmlns:a16="http://schemas.microsoft.com/office/drawing/2014/main" id="{F068E150-B61B-4C59-948E-DAAB11199D0E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2A6A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002A6A"/>
                </a:solidFill>
                <a:latin typeface="Aptos"/>
                <a:ea typeface="Aptos"/>
                <a:cs typeface="Aptos"/>
              </a:rPr>
              <a:t>GLOBAL AI ECOSYSTEM &amp; INNOVATION SUMMIT</a:t>
            </a:r>
          </a:p>
        </p:txBody>
      </p:sp>
      <p:sp>
        <p:nvSpPr>
          <p:cNvPr id="23" name="title">
            <a:extLst>
              <a:ext uri="{FF2B5EF4-FFF2-40B4-BE49-F238E27FC236}">
                <a16:creationId xmlns:a16="http://schemas.microsoft.com/office/drawing/2014/main" id="{53E85902-FE8F-4191-A552-E36240D47498}"/>
              </a:ext>
            </a:extLst>
          </p:cNvPr>
          <p:cNvSpPr>
            <a:spLocks noGrp="1"/>
          </p:cNvSpPr>
          <p:nvPr/>
        </p:nvSpPr>
        <p:spPr>
          <a:xfrm>
            <a:off x="723900" y="2038350"/>
            <a:ext cx="58102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92000"/>
              </a:lnSpc>
              <a:buNone/>
              <a:defRPr sz="37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75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演讲标题</a:t>
            </a:r>
            <a:endParaRPr sz="3750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lnSpc>
                <a:spcPct val="92000"/>
              </a:lnSpc>
              <a:buNone/>
              <a:defRPr sz="37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75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Presentation Title</a:t>
            </a:r>
          </a:p>
        </p:txBody>
      </p:sp>
      <p:sp>
        <p:nvSpPr>
          <p:cNvPr id="24" name="subtitle">
            <a:extLst>
              <a:ext uri="{FF2B5EF4-FFF2-40B4-BE49-F238E27FC236}">
                <a16:creationId xmlns:a16="http://schemas.microsoft.com/office/drawing/2014/main" id="{75383DDF-F652-4A9A-B86E-437D7EE4B7A1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64748B"/>
                </a:solidFill>
                <a:latin typeface="Aptos"/>
                <a:ea typeface="Aptos"/>
                <a:cs typeface="Aptos"/>
              </a:rPr>
              <a:t>副标题 / Topic subtitle goes here</a:t>
            </a:r>
          </a:p>
        </p:txBody>
      </p:sp>
      <p:sp>
        <p:nvSpPr>
          <p:cNvPr id="25" name="title-rule">
            <a:extLst>
              <a:ext uri="{FF2B5EF4-FFF2-40B4-BE49-F238E27FC236}">
                <a16:creationId xmlns:a16="http://schemas.microsoft.com/office/drawing/2014/main" id="{925A1FCB-57DA-4E63-A305-5FDB7FD8E719}"/>
              </a:ext>
            </a:extLst>
          </p:cNvPr>
          <p:cNvSpPr>
            <a:spLocks noGrp="1"/>
          </p:cNvSpPr>
          <p:nvPr/>
        </p:nvSpPr>
        <p:spPr>
          <a:xfrm>
            <a:off x="762000" y="4400550"/>
            <a:ext cx="1752600" cy="0"/>
          </a:xfrm>
          <a:prstGeom prst="line">
            <a:avLst/>
          </a:prstGeom>
          <a:noFill/>
          <a:ln w="38100">
            <a:solidFill>
              <a:srgbClr val="F15A24"/>
            </a:solidFill>
            <a:prstDash val="solid"/>
          </a:ln>
        </p:spPr>
      </p:sp>
      <p:sp>
        <p:nvSpPr>
          <p:cNvPr id="26" name="meta">
            <a:extLst>
              <a:ext uri="{FF2B5EF4-FFF2-40B4-BE49-F238E27FC236}">
                <a16:creationId xmlns:a16="http://schemas.microsoft.com/office/drawing/2014/main" id="{1786A12A-3296-494C-B4AF-EAE0A4BFA60C}"/>
              </a:ext>
            </a:extLst>
          </p:cNvPr>
          <p:cNvSpPr>
            <a:spLocks noGrp="1"/>
          </p:cNvSpPr>
          <p:nvPr/>
        </p:nvSpPr>
        <p:spPr>
          <a:xfrm>
            <a:off x="762000" y="476250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827"/>
                </a:solidFill>
                <a:latin typeface="Aptos"/>
                <a:ea typeface="Aptos"/>
                <a:cs typeface="Aptos"/>
              </a:rPr>
              <a:t>Speaker Name  |  Organization  |  2026</a:t>
            </a:r>
          </a:p>
        </p:txBody>
      </p:sp>
    </p:spTree>
    <p:extLst>
      <p:ext uri="{BB962C8B-B14F-4D97-AF65-F5344CB8AC3E}">
        <p14:creationId xmlns:p14="http://schemas.microsoft.com/office/powerpoint/2010/main" val="796322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AF0B055A-D095-FE4A-B26B-355CDC09D5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74" y="55300"/>
            <a:ext cx="2173784" cy="1619454"/>
          </a:xfrm>
          <a:prstGeom prst="rect">
            <a:avLst/>
          </a:prstGeom>
        </p:spPr>
      </p:pic>
      <p:sp>
        <p:nvSpPr>
          <p:cNvPr id="5" name="brand-rail-blue">
            <a:extLst>
              <a:ext uri="{FF2B5EF4-FFF2-40B4-BE49-F238E27FC236}">
                <a16:creationId xmlns:a16="http://schemas.microsoft.com/office/drawing/2014/main" id="{1A581E02-5143-4AB0-BA37-CF5A3C73B8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A6A"/>
          </a:solidFill>
          <a:ln w="0">
            <a:noFill/>
            <a:prstDash val="solid"/>
          </a:ln>
        </p:spPr>
      </p:sp>
      <p:sp>
        <p:nvSpPr>
          <p:cNvPr id="2" name="brand-rail-orange">
            <a:extLst>
              <a:ext uri="{FF2B5EF4-FFF2-40B4-BE49-F238E27FC236}">
                <a16:creationId xmlns:a16="http://schemas.microsoft.com/office/drawing/2014/main" id="{65166245-7F40-4FEB-B541-EC21DF6C34DE}"/>
              </a:ext>
            </a:extLst>
          </p:cNvPr>
          <p:cNvSpPr>
            <a:spLocks noGrp="1"/>
          </p:cNvSpPr>
          <p:nvPr/>
        </p:nvSpPr>
        <p:spPr>
          <a:xfrm>
            <a:off x="114300" y="0"/>
            <a:ext cx="57150" cy="6858000"/>
          </a:xfrm>
          <a:prstGeom prst="rect">
            <a:avLst/>
          </a:prstGeom>
          <a:solidFill>
            <a:srgbClr val="F15A24"/>
          </a:solidFill>
          <a:ln w="0">
            <a:noFill/>
            <a:prstDash val="solid"/>
          </a:ln>
        </p:spPr>
      </p:sp>
      <p:sp>
        <p:nvSpPr>
          <p:cNvPr id="3" name="top-accent">
            <a:extLst>
              <a:ext uri="{FF2B5EF4-FFF2-40B4-BE49-F238E27FC236}">
                <a16:creationId xmlns:a16="http://schemas.microsoft.com/office/drawing/2014/main" id="{EF09D172-90B1-42C2-A032-17365B5D595A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1714500" cy="66675"/>
          </a:xfrm>
          <a:prstGeom prst="rect">
            <a:avLst/>
          </a:prstGeom>
          <a:solidFill>
            <a:srgbClr val="F15A24"/>
          </a:solidFill>
          <a:ln w="0">
            <a:noFill/>
            <a:prstDash val="solid"/>
          </a:ln>
        </p:spPr>
      </p:sp>
      <p:sp>
        <p:nvSpPr>
          <p:cNvPr id="4" name="top-accent-blue">
            <a:extLst>
              <a:ext uri="{FF2B5EF4-FFF2-40B4-BE49-F238E27FC236}">
                <a16:creationId xmlns:a16="http://schemas.microsoft.com/office/drawing/2014/main" id="{3FD5A736-8873-490F-8D5F-09DCEB31B644}"/>
              </a:ext>
            </a:extLst>
          </p:cNvPr>
          <p:cNvSpPr>
            <a:spLocks noGrp="1"/>
          </p:cNvSpPr>
          <p:nvPr/>
        </p:nvSpPr>
        <p:spPr>
          <a:xfrm>
            <a:off x="11620500" y="0"/>
            <a:ext cx="571500" cy="66675"/>
          </a:xfrm>
          <a:prstGeom prst="rect">
            <a:avLst/>
          </a:prstGeom>
          <a:solidFill>
            <a:srgbClr val="002A6A"/>
          </a:solidFill>
          <a:ln w="0">
            <a:noFill/>
            <a:prstDash val="solid"/>
          </a:ln>
        </p:spPr>
      </p:sp>
      <p:sp>
        <p:nvSpPr>
          <p:cNvPr id="6" name="kicker">
            <a:extLst>
              <a:ext uri="{FF2B5EF4-FFF2-40B4-BE49-F238E27FC236}">
                <a16:creationId xmlns:a16="http://schemas.microsoft.com/office/drawing/2014/main" id="{FA0DDAE7-FC7F-4E43-9F71-9CD367C0E4F2}"/>
              </a:ext>
            </a:extLst>
          </p:cNvPr>
          <p:cNvSpPr>
            <a:spLocks noGrp="1"/>
          </p:cNvSpPr>
          <p:nvPr/>
        </p:nvSpPr>
        <p:spPr>
          <a:xfrm>
            <a:off x="723900" y="13716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15A24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F15A24"/>
                </a:solidFill>
                <a:latin typeface="Aptos"/>
                <a:ea typeface="Aptos"/>
                <a:cs typeface="Aptos"/>
              </a:rPr>
              <a:t>KEYNOTE TOPIC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E718B9A-5718-4295-87C6-5F9F579BE2D5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6477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94000"/>
              </a:lnSpc>
              <a:buNone/>
              <a:defRPr sz="34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45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技术创新如何重塑</a:t>
            </a:r>
            <a:endParaRPr sz="3450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lnSpc>
                <a:spcPct val="94000"/>
              </a:lnSpc>
              <a:buNone/>
              <a:defRPr sz="34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45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 </a:t>
            </a:r>
            <a:r>
              <a:rPr sz="345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生态协作方式</a:t>
            </a:r>
            <a:endParaRPr sz="3450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summary">
            <a:extLst>
              <a:ext uri="{FF2B5EF4-FFF2-40B4-BE49-F238E27FC236}">
                <a16:creationId xmlns:a16="http://schemas.microsoft.com/office/drawing/2014/main" id="{DE370845-A913-445B-902D-8D07959E8025}"/>
              </a:ext>
            </a:extLst>
          </p:cNvPr>
          <p:cNvSpPr>
            <a:spLocks noGrp="1"/>
          </p:cNvSpPr>
          <p:nvPr/>
        </p:nvSpPr>
        <p:spPr>
          <a:xfrm>
            <a:off x="762000" y="3390900"/>
            <a:ext cx="5810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22000"/>
              </a:lnSpc>
              <a:buNone/>
              <a:defRPr sz="165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dirty="0" err="1">
                <a:solidFill>
                  <a:srgbClr val="334155"/>
                </a:solidFill>
                <a:latin typeface="Aptos"/>
                <a:ea typeface="Aptos"/>
                <a:cs typeface="Aptos"/>
              </a:rPr>
              <a:t>用一页建立演讲问题、核心观点和听众期待，适合作为主讲人开场后的演讲主题页</a:t>
            </a:r>
            <a:r>
              <a:rPr sz="165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9" name="focus-panel">
            <a:extLst>
              <a:ext uri="{FF2B5EF4-FFF2-40B4-BE49-F238E27FC236}">
                <a16:creationId xmlns:a16="http://schemas.microsoft.com/office/drawing/2014/main" id="{A07919D7-8FB4-467B-8C23-3E9C47EA94E9}"/>
              </a:ext>
            </a:extLst>
          </p:cNvPr>
          <p:cNvSpPr>
            <a:spLocks noGrp="1"/>
          </p:cNvSpPr>
          <p:nvPr/>
        </p:nvSpPr>
        <p:spPr>
          <a:xfrm>
            <a:off x="7448550" y="1162050"/>
            <a:ext cx="3429000" cy="3810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0" name="panel-accent">
            <a:extLst>
              <a:ext uri="{FF2B5EF4-FFF2-40B4-BE49-F238E27FC236}">
                <a16:creationId xmlns:a16="http://schemas.microsoft.com/office/drawing/2014/main" id="{D96BA3E8-EFED-4DF1-900C-5C9CB216B304}"/>
              </a:ext>
            </a:extLst>
          </p:cNvPr>
          <p:cNvSpPr>
            <a:spLocks noGrp="1"/>
          </p:cNvSpPr>
          <p:nvPr/>
        </p:nvSpPr>
        <p:spPr>
          <a:xfrm>
            <a:off x="7448550" y="1162050"/>
            <a:ext cx="3429000" cy="95250"/>
          </a:xfrm>
          <a:prstGeom prst="rect">
            <a:avLst/>
          </a:prstGeom>
          <a:solidFill>
            <a:srgbClr val="F15A24"/>
          </a:solidFill>
          <a:ln w="0">
            <a:noFill/>
            <a:prstDash val="solid"/>
          </a:ln>
        </p:spPr>
      </p:sp>
      <p:sp>
        <p:nvSpPr>
          <p:cNvPr id="11" name="panel-label">
            <a:extLst>
              <a:ext uri="{FF2B5EF4-FFF2-40B4-BE49-F238E27FC236}">
                <a16:creationId xmlns:a16="http://schemas.microsoft.com/office/drawing/2014/main" id="{76B65692-5EB5-415B-8A76-B4D50C7F9B41}"/>
              </a:ext>
            </a:extLst>
          </p:cNvPr>
          <p:cNvSpPr>
            <a:spLocks noGrp="1"/>
          </p:cNvSpPr>
          <p:nvPr/>
        </p:nvSpPr>
        <p:spPr>
          <a:xfrm>
            <a:off x="7848600" y="16764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02A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2A6A"/>
                </a:solidFill>
                <a:latin typeface="Aptos"/>
                <a:ea typeface="Aptos"/>
                <a:cs typeface="Aptos"/>
              </a:rPr>
              <a:t>CENTRAL QUESTION</a:t>
            </a:r>
          </a:p>
        </p:txBody>
      </p:sp>
      <p:sp>
        <p:nvSpPr>
          <p:cNvPr id="12" name="panel-question">
            <a:extLst>
              <a:ext uri="{FF2B5EF4-FFF2-40B4-BE49-F238E27FC236}">
                <a16:creationId xmlns:a16="http://schemas.microsoft.com/office/drawing/2014/main" id="{E6972654-81D4-43B1-B816-CDB911724409}"/>
              </a:ext>
            </a:extLst>
          </p:cNvPr>
          <p:cNvSpPr>
            <a:spLocks noGrp="1"/>
          </p:cNvSpPr>
          <p:nvPr/>
        </p:nvSpPr>
        <p:spPr>
          <a:xfrm>
            <a:off x="7848600" y="2114550"/>
            <a:ext cx="2571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will change when AI becomes an ecosystem capability?</a:t>
            </a:r>
          </a:p>
        </p:txBody>
      </p:sp>
      <p:sp>
        <p:nvSpPr>
          <p:cNvPr id="13" name="panel-line">
            <a:extLst>
              <a:ext uri="{FF2B5EF4-FFF2-40B4-BE49-F238E27FC236}">
                <a16:creationId xmlns:a16="http://schemas.microsoft.com/office/drawing/2014/main" id="{3FC93B23-9FEF-4517-8239-D749E5DE0660}"/>
              </a:ext>
            </a:extLst>
          </p:cNvPr>
          <p:cNvSpPr>
            <a:spLocks noGrp="1"/>
          </p:cNvSpPr>
          <p:nvPr/>
        </p:nvSpPr>
        <p:spPr>
          <a:xfrm>
            <a:off x="7848600" y="3505200"/>
            <a:ext cx="1638300" cy="0"/>
          </a:xfrm>
          <a:prstGeom prst="line">
            <a:avLst/>
          </a:prstGeom>
          <a:noFill/>
          <a:ln w="28575">
            <a:solidFill>
              <a:srgbClr val="F15A24"/>
            </a:solidFill>
            <a:prstDash val="solid"/>
          </a:ln>
        </p:spPr>
      </p:sp>
      <p:sp>
        <p:nvSpPr>
          <p:cNvPr id="14" name="panel-note">
            <a:extLst>
              <a:ext uri="{FF2B5EF4-FFF2-40B4-BE49-F238E27FC236}">
                <a16:creationId xmlns:a16="http://schemas.microsoft.com/office/drawing/2014/main" id="{03D24CEF-5657-4679-8DE3-333CDD6FCF1D}"/>
              </a:ext>
            </a:extLst>
          </p:cNvPr>
          <p:cNvSpPr>
            <a:spLocks noGrp="1"/>
          </p:cNvSpPr>
          <p:nvPr/>
        </p:nvSpPr>
        <p:spPr>
          <a:xfrm>
            <a:off x="7848600" y="3771900"/>
            <a:ext cx="2514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Replace with a concise thesis statement.</a:t>
            </a:r>
          </a:p>
        </p:txBody>
      </p:sp>
      <p:sp>
        <p:nvSpPr>
          <p:cNvPr id="15" name="footer-rule">
            <a:extLst>
              <a:ext uri="{FF2B5EF4-FFF2-40B4-BE49-F238E27FC236}">
                <a16:creationId xmlns:a16="http://schemas.microsoft.com/office/drawing/2014/main" id="{1DF97899-C44D-45A2-A216-7391D3F8FA1A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8F13181A-0069-2F55-170C-A5D96DDA6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96074" y="6326247"/>
            <a:ext cx="1581150" cy="339605"/>
          </a:xfrm>
          <a:prstGeom prst="rect">
            <a:avLst/>
          </a:prstGeom>
        </p:spPr>
      </p:pic>
      <p:sp>
        <p:nvSpPr>
          <p:cNvPr id="20" name="footer-label">
            <a:extLst>
              <a:ext uri="{FF2B5EF4-FFF2-40B4-BE49-F238E27FC236}">
                <a16:creationId xmlns:a16="http://schemas.microsoft.com/office/drawing/2014/main" id="{34C45CA6-5E73-4ADD-4C35-F0C80DACA50F}"/>
              </a:ext>
            </a:extLst>
          </p:cNvPr>
          <p:cNvSpPr>
            <a:spLocks noGrp="1"/>
          </p:cNvSpPr>
          <p:nvPr/>
        </p:nvSpPr>
        <p:spPr>
          <a:xfrm>
            <a:off x="2410574" y="6381749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/>
            <a:r>
              <a:rPr lang="zh-CN" altLang="en-US" sz="900" b="0" i="0" u="none" strike="noStrike" dirty="0">
                <a:solidFill>
                  <a:srgbClr val="465569"/>
                </a:solidFill>
                <a:effectLst/>
                <a:latin typeface="Avenir" panose="02000503020000020003" pitchFamily="2" charset="0"/>
              </a:rPr>
              <a:t>构建全球化的有技术背景的优秀人才同侪学习成长平台</a:t>
            </a:r>
          </a:p>
        </p:txBody>
      </p:sp>
    </p:spTree>
    <p:extLst>
      <p:ext uri="{BB962C8B-B14F-4D97-AF65-F5344CB8AC3E}">
        <p14:creationId xmlns:p14="http://schemas.microsoft.com/office/powerpoint/2010/main" val="1844540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rand-rail-blue">
            <a:extLst>
              <a:ext uri="{FF2B5EF4-FFF2-40B4-BE49-F238E27FC236}">
                <a16:creationId xmlns:a16="http://schemas.microsoft.com/office/drawing/2014/main" id="{BFC39A96-D2EE-4137-A43A-95711588A1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A6A"/>
          </a:solidFill>
          <a:ln w="0">
            <a:noFill/>
            <a:prstDash val="solid"/>
          </a:ln>
        </p:spPr>
      </p:sp>
      <p:sp>
        <p:nvSpPr>
          <p:cNvPr id="2" name="brand-rail-orange">
            <a:extLst>
              <a:ext uri="{FF2B5EF4-FFF2-40B4-BE49-F238E27FC236}">
                <a16:creationId xmlns:a16="http://schemas.microsoft.com/office/drawing/2014/main" id="{31B37688-C4BD-462D-8681-377AA905EFCE}"/>
              </a:ext>
            </a:extLst>
          </p:cNvPr>
          <p:cNvSpPr>
            <a:spLocks noGrp="1"/>
          </p:cNvSpPr>
          <p:nvPr/>
        </p:nvSpPr>
        <p:spPr>
          <a:xfrm>
            <a:off x="114300" y="0"/>
            <a:ext cx="57150" cy="6858000"/>
          </a:xfrm>
          <a:prstGeom prst="rect">
            <a:avLst/>
          </a:prstGeom>
          <a:solidFill>
            <a:srgbClr val="F15A24"/>
          </a:solidFill>
          <a:ln w="0">
            <a:noFill/>
            <a:prstDash val="solid"/>
          </a:ln>
        </p:spPr>
      </p:sp>
      <p:sp>
        <p:nvSpPr>
          <p:cNvPr id="3" name="top-accent">
            <a:extLst>
              <a:ext uri="{FF2B5EF4-FFF2-40B4-BE49-F238E27FC236}">
                <a16:creationId xmlns:a16="http://schemas.microsoft.com/office/drawing/2014/main" id="{5E367F76-FB1C-4DF7-9777-278A4F752FEB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1714500" cy="66675"/>
          </a:xfrm>
          <a:prstGeom prst="rect">
            <a:avLst/>
          </a:prstGeom>
          <a:solidFill>
            <a:srgbClr val="F15A24"/>
          </a:solidFill>
          <a:ln w="0">
            <a:noFill/>
            <a:prstDash val="solid"/>
          </a:ln>
        </p:spPr>
      </p:sp>
      <p:sp>
        <p:nvSpPr>
          <p:cNvPr id="4" name="top-accent-blue">
            <a:extLst>
              <a:ext uri="{FF2B5EF4-FFF2-40B4-BE49-F238E27FC236}">
                <a16:creationId xmlns:a16="http://schemas.microsoft.com/office/drawing/2014/main" id="{C4E84855-1018-49A4-8CF4-892A7CB71203}"/>
              </a:ext>
            </a:extLst>
          </p:cNvPr>
          <p:cNvSpPr>
            <a:spLocks noGrp="1"/>
          </p:cNvSpPr>
          <p:nvPr/>
        </p:nvSpPr>
        <p:spPr>
          <a:xfrm>
            <a:off x="11620500" y="0"/>
            <a:ext cx="571500" cy="66675"/>
          </a:xfrm>
          <a:prstGeom prst="rect">
            <a:avLst/>
          </a:prstGeom>
          <a:solidFill>
            <a:srgbClr val="002A6A"/>
          </a:solidFill>
          <a:ln w="0">
            <a:noFill/>
            <a:prstDash val="solid"/>
          </a:ln>
        </p:spPr>
      </p:sp>
      <p:sp>
        <p:nvSpPr>
          <p:cNvPr id="5" name="section-label">
            <a:extLst>
              <a:ext uri="{FF2B5EF4-FFF2-40B4-BE49-F238E27FC236}">
                <a16:creationId xmlns:a16="http://schemas.microsoft.com/office/drawing/2014/main" id="{D88CD47D-DB34-4DF4-91C6-902D6AE19114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15A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5A24"/>
                </a:solidFill>
                <a:latin typeface="Aptos"/>
                <a:ea typeface="Aptos"/>
                <a:cs typeface="Aptos"/>
              </a:rPr>
              <a:t>AGENDA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3306D73-BB20-4025-A667-CBFAAFBB51CF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目录</a:t>
            </a:r>
          </a:p>
        </p:txBody>
      </p:sp>
      <p:sp>
        <p:nvSpPr>
          <p:cNvPr id="7" name="agenda-num-01">
            <a:extLst>
              <a:ext uri="{FF2B5EF4-FFF2-40B4-BE49-F238E27FC236}">
                <a16:creationId xmlns:a16="http://schemas.microsoft.com/office/drawing/2014/main" id="{964B2739-34DC-4418-A7DB-F538019E2E0F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609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F15A2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15A2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agenda-line-01">
            <a:extLst>
              <a:ext uri="{FF2B5EF4-FFF2-40B4-BE49-F238E27FC236}">
                <a16:creationId xmlns:a16="http://schemas.microsoft.com/office/drawing/2014/main" id="{6498BA9F-4BBE-49A5-A5F7-8AA967AAB595}"/>
              </a:ext>
            </a:extLst>
          </p:cNvPr>
          <p:cNvSpPr>
            <a:spLocks noGrp="1"/>
          </p:cNvSpPr>
          <p:nvPr/>
        </p:nvSpPr>
        <p:spPr>
          <a:xfrm>
            <a:off x="1676400" y="2457450"/>
            <a:ext cx="7096125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9" name="agenda-cn-01">
            <a:extLst>
              <a:ext uri="{FF2B5EF4-FFF2-40B4-BE49-F238E27FC236}">
                <a16:creationId xmlns:a16="http://schemas.microsoft.com/office/drawing/2014/main" id="{8204AD40-470F-4526-BAF7-2A462216CD58}"/>
              </a:ext>
            </a:extLst>
          </p:cNvPr>
          <p:cNvSpPr>
            <a:spLocks noGrp="1"/>
          </p:cNvSpPr>
          <p:nvPr/>
        </p:nvSpPr>
        <p:spPr>
          <a:xfrm>
            <a:off x="2000250" y="19812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趋势背景</a:t>
            </a:r>
            <a:endParaRPr sz="2250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agenda-en-01">
            <a:extLst>
              <a:ext uri="{FF2B5EF4-FFF2-40B4-BE49-F238E27FC236}">
                <a16:creationId xmlns:a16="http://schemas.microsoft.com/office/drawing/2014/main" id="{C5B56C82-269A-41E8-ACB2-E63EA43C4F52}"/>
              </a:ext>
            </a:extLst>
          </p:cNvPr>
          <p:cNvSpPr>
            <a:spLocks noGrp="1"/>
          </p:cNvSpPr>
          <p:nvPr/>
        </p:nvSpPr>
        <p:spPr>
          <a:xfrm>
            <a:off x="4762500" y="2047875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ecosystem context</a:t>
            </a:r>
          </a:p>
        </p:txBody>
      </p:sp>
      <p:sp>
        <p:nvSpPr>
          <p:cNvPr id="11" name="agenda-num-02">
            <a:extLst>
              <a:ext uri="{FF2B5EF4-FFF2-40B4-BE49-F238E27FC236}">
                <a16:creationId xmlns:a16="http://schemas.microsoft.com/office/drawing/2014/main" id="{70752A24-8963-497F-BDF7-7C13EB642333}"/>
              </a:ext>
            </a:extLst>
          </p:cNvPr>
          <p:cNvSpPr>
            <a:spLocks noGrp="1"/>
          </p:cNvSpPr>
          <p:nvPr/>
        </p:nvSpPr>
        <p:spPr>
          <a:xfrm>
            <a:off x="857250" y="2876550"/>
            <a:ext cx="609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02A6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2A6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agenda-line-02">
            <a:extLst>
              <a:ext uri="{FF2B5EF4-FFF2-40B4-BE49-F238E27FC236}">
                <a16:creationId xmlns:a16="http://schemas.microsoft.com/office/drawing/2014/main" id="{0326E4DE-ED08-445E-9C04-1AC41A5A8C34}"/>
              </a:ext>
            </a:extLst>
          </p:cNvPr>
          <p:cNvSpPr>
            <a:spLocks noGrp="1"/>
          </p:cNvSpPr>
          <p:nvPr/>
        </p:nvSpPr>
        <p:spPr>
          <a:xfrm>
            <a:off x="1676400" y="3333750"/>
            <a:ext cx="7096125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3" name="agenda-cn-02">
            <a:extLst>
              <a:ext uri="{FF2B5EF4-FFF2-40B4-BE49-F238E27FC236}">
                <a16:creationId xmlns:a16="http://schemas.microsoft.com/office/drawing/2014/main" id="{4D35FA37-972F-45FC-AD92-DCE337693468}"/>
              </a:ext>
            </a:extLst>
          </p:cNvPr>
          <p:cNvSpPr>
            <a:spLocks noGrp="1"/>
          </p:cNvSpPr>
          <p:nvPr/>
        </p:nvSpPr>
        <p:spPr>
          <a:xfrm>
            <a:off x="2000250" y="28575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关键洞察</a:t>
            </a:r>
          </a:p>
        </p:txBody>
      </p:sp>
      <p:sp>
        <p:nvSpPr>
          <p:cNvPr id="14" name="agenda-en-02">
            <a:extLst>
              <a:ext uri="{FF2B5EF4-FFF2-40B4-BE49-F238E27FC236}">
                <a16:creationId xmlns:a16="http://schemas.microsoft.com/office/drawing/2014/main" id="{1521D917-5264-4A8A-8639-BA09B17AD44B}"/>
              </a:ext>
            </a:extLst>
          </p:cNvPr>
          <p:cNvSpPr>
            <a:spLocks noGrp="1"/>
          </p:cNvSpPr>
          <p:nvPr/>
        </p:nvSpPr>
        <p:spPr>
          <a:xfrm>
            <a:off x="4762500" y="2924175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Strategic insights</a:t>
            </a:r>
          </a:p>
        </p:txBody>
      </p:sp>
      <p:sp>
        <p:nvSpPr>
          <p:cNvPr id="15" name="agenda-num-03">
            <a:extLst>
              <a:ext uri="{FF2B5EF4-FFF2-40B4-BE49-F238E27FC236}">
                <a16:creationId xmlns:a16="http://schemas.microsoft.com/office/drawing/2014/main" id="{0AD88D47-D501-4DC6-9077-A20B44EBA7F4}"/>
              </a:ext>
            </a:extLst>
          </p:cNvPr>
          <p:cNvSpPr>
            <a:spLocks noGrp="1"/>
          </p:cNvSpPr>
          <p:nvPr/>
        </p:nvSpPr>
        <p:spPr>
          <a:xfrm>
            <a:off x="857250" y="3752850"/>
            <a:ext cx="609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02A6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2A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agenda-line-03">
            <a:extLst>
              <a:ext uri="{FF2B5EF4-FFF2-40B4-BE49-F238E27FC236}">
                <a16:creationId xmlns:a16="http://schemas.microsoft.com/office/drawing/2014/main" id="{5B3E09F4-DA01-4C3E-9E5B-761AC9E66CC2}"/>
              </a:ext>
            </a:extLst>
          </p:cNvPr>
          <p:cNvSpPr>
            <a:spLocks noGrp="1"/>
          </p:cNvSpPr>
          <p:nvPr/>
        </p:nvSpPr>
        <p:spPr>
          <a:xfrm>
            <a:off x="1676400" y="4210050"/>
            <a:ext cx="7096125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7" name="agenda-cn-03">
            <a:extLst>
              <a:ext uri="{FF2B5EF4-FFF2-40B4-BE49-F238E27FC236}">
                <a16:creationId xmlns:a16="http://schemas.microsoft.com/office/drawing/2014/main" id="{E6EEF2A4-F204-46CA-9A7A-5B4B93E107BE}"/>
              </a:ext>
            </a:extLst>
          </p:cNvPr>
          <p:cNvSpPr>
            <a:spLocks noGrp="1"/>
          </p:cNvSpPr>
          <p:nvPr/>
        </p:nvSpPr>
        <p:spPr>
          <a:xfrm>
            <a:off x="2000250" y="37338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实践路径</a:t>
            </a:r>
          </a:p>
        </p:txBody>
      </p:sp>
      <p:sp>
        <p:nvSpPr>
          <p:cNvPr id="18" name="agenda-en-03">
            <a:extLst>
              <a:ext uri="{FF2B5EF4-FFF2-40B4-BE49-F238E27FC236}">
                <a16:creationId xmlns:a16="http://schemas.microsoft.com/office/drawing/2014/main" id="{30F4D3A4-8E4D-421B-A2D8-78FA07ED0979}"/>
              </a:ext>
            </a:extLst>
          </p:cNvPr>
          <p:cNvSpPr>
            <a:spLocks noGrp="1"/>
          </p:cNvSpPr>
          <p:nvPr/>
        </p:nvSpPr>
        <p:spPr>
          <a:xfrm>
            <a:off x="4762500" y="3800475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19" name="agenda-num-04">
            <a:extLst>
              <a:ext uri="{FF2B5EF4-FFF2-40B4-BE49-F238E27FC236}">
                <a16:creationId xmlns:a16="http://schemas.microsoft.com/office/drawing/2014/main" id="{7AB1E9BC-F15C-4BF0-8812-16FFE6478A3D}"/>
              </a:ext>
            </a:extLst>
          </p:cNvPr>
          <p:cNvSpPr>
            <a:spLocks noGrp="1"/>
          </p:cNvSpPr>
          <p:nvPr/>
        </p:nvSpPr>
        <p:spPr>
          <a:xfrm>
            <a:off x="857250" y="4629150"/>
            <a:ext cx="609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02A6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2A6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agenda-line-04">
            <a:extLst>
              <a:ext uri="{FF2B5EF4-FFF2-40B4-BE49-F238E27FC236}">
                <a16:creationId xmlns:a16="http://schemas.microsoft.com/office/drawing/2014/main" id="{F516FFE1-4335-4694-A4FC-A5B79A5F059A}"/>
              </a:ext>
            </a:extLst>
          </p:cNvPr>
          <p:cNvSpPr>
            <a:spLocks noGrp="1"/>
          </p:cNvSpPr>
          <p:nvPr/>
        </p:nvSpPr>
        <p:spPr>
          <a:xfrm>
            <a:off x="1676400" y="5086350"/>
            <a:ext cx="7096125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21" name="agenda-cn-04">
            <a:extLst>
              <a:ext uri="{FF2B5EF4-FFF2-40B4-BE49-F238E27FC236}">
                <a16:creationId xmlns:a16="http://schemas.microsoft.com/office/drawing/2014/main" id="{1FC8FA3E-5421-41A3-83C9-8A8274AD2FBA}"/>
              </a:ext>
            </a:extLst>
          </p:cNvPr>
          <p:cNvSpPr>
            <a:spLocks noGrp="1"/>
          </p:cNvSpPr>
          <p:nvPr/>
        </p:nvSpPr>
        <p:spPr>
          <a:xfrm>
            <a:off x="2000250" y="46101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未来展望</a:t>
            </a:r>
          </a:p>
        </p:txBody>
      </p:sp>
      <p:sp>
        <p:nvSpPr>
          <p:cNvPr id="22" name="agenda-en-04">
            <a:extLst>
              <a:ext uri="{FF2B5EF4-FFF2-40B4-BE49-F238E27FC236}">
                <a16:creationId xmlns:a16="http://schemas.microsoft.com/office/drawing/2014/main" id="{FE6583B4-D831-441E-8925-FBCAF97B67F6}"/>
              </a:ext>
            </a:extLst>
          </p:cNvPr>
          <p:cNvSpPr>
            <a:spLocks noGrp="1"/>
          </p:cNvSpPr>
          <p:nvPr/>
        </p:nvSpPr>
        <p:spPr>
          <a:xfrm>
            <a:off x="4762500" y="4676775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Next horizon</a:t>
            </a:r>
          </a:p>
        </p:txBody>
      </p:sp>
      <p:sp>
        <p:nvSpPr>
          <p:cNvPr id="23" name="right-band">
            <a:extLst>
              <a:ext uri="{FF2B5EF4-FFF2-40B4-BE49-F238E27FC236}">
                <a16:creationId xmlns:a16="http://schemas.microsoft.com/office/drawing/2014/main" id="{633410F4-5EDC-4D62-B215-FC2FD3BCD125}"/>
              </a:ext>
            </a:extLst>
          </p:cNvPr>
          <p:cNvSpPr>
            <a:spLocks noGrp="1"/>
          </p:cNvSpPr>
          <p:nvPr/>
        </p:nvSpPr>
        <p:spPr>
          <a:xfrm>
            <a:off x="9334500" y="0"/>
            <a:ext cx="2857500" cy="6858000"/>
          </a:xfrm>
          <a:prstGeom prst="rect">
            <a:avLst/>
          </a:prstGeom>
          <a:solidFill>
            <a:srgbClr val="002A6A"/>
          </a:solidFill>
          <a:ln w="0">
            <a:noFill/>
            <a:prstDash val="solid"/>
          </a:ln>
        </p:spPr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44437" y="2435453"/>
            <a:ext cx="1695450" cy="713165"/>
          </a:xfrm>
          <a:prstGeom prst="rect">
            <a:avLst/>
          </a:prstGeom>
        </p:spPr>
      </p:pic>
      <p:sp>
        <p:nvSpPr>
          <p:cNvPr id="25" name="right-text">
            <a:extLst>
              <a:ext uri="{FF2B5EF4-FFF2-40B4-BE49-F238E27FC236}">
                <a16:creationId xmlns:a16="http://schemas.microsoft.com/office/drawing/2014/main" id="{4DB57921-D563-480E-9C04-12612C515B52}"/>
              </a:ext>
            </a:extLst>
          </p:cNvPr>
          <p:cNvSpPr>
            <a:spLocks noGrp="1"/>
          </p:cNvSpPr>
          <p:nvPr/>
        </p:nvSpPr>
        <p:spPr>
          <a:xfrm>
            <a:off x="9525000" y="4286250"/>
            <a:ext cx="200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THE</a:t>
            </a:r>
          </a:p>
          <a:p>
            <a:pPr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 AI ECOSYSTEM</a:t>
            </a:r>
          </a:p>
        </p:txBody>
      </p:sp>
      <p:sp>
        <p:nvSpPr>
          <p:cNvPr id="26" name="footer-rule">
            <a:extLst>
              <a:ext uri="{FF2B5EF4-FFF2-40B4-BE49-F238E27FC236}">
                <a16:creationId xmlns:a16="http://schemas.microsoft.com/office/drawing/2014/main" id="{172248D7-4418-4663-81D3-0B5A613FA666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DB9D957C-D037-3E99-2D9F-7E1BDFBD5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96074" y="6326247"/>
            <a:ext cx="1581150" cy="339605"/>
          </a:xfrm>
          <a:prstGeom prst="rect">
            <a:avLst/>
          </a:prstGeom>
        </p:spPr>
      </p:pic>
      <p:sp>
        <p:nvSpPr>
          <p:cNvPr id="30" name="footer-label">
            <a:extLst>
              <a:ext uri="{FF2B5EF4-FFF2-40B4-BE49-F238E27FC236}">
                <a16:creationId xmlns:a16="http://schemas.microsoft.com/office/drawing/2014/main" id="{AF574100-EE7B-F475-7226-66FEC826D313}"/>
              </a:ext>
            </a:extLst>
          </p:cNvPr>
          <p:cNvSpPr>
            <a:spLocks noGrp="1"/>
          </p:cNvSpPr>
          <p:nvPr/>
        </p:nvSpPr>
        <p:spPr>
          <a:xfrm>
            <a:off x="2410574" y="6381749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/>
            <a:r>
              <a:rPr lang="zh-CN" altLang="en-US" sz="900" b="0" i="0" u="none" strike="noStrike" dirty="0">
                <a:solidFill>
                  <a:srgbClr val="465569"/>
                </a:solidFill>
                <a:effectLst/>
                <a:latin typeface="Avenir" panose="02000503020000020003" pitchFamily="2" charset="0"/>
              </a:rPr>
              <a:t>构建全球化的有技术背景的优秀人才同侪学习成长平台</a:t>
            </a:r>
          </a:p>
        </p:txBody>
      </p:sp>
    </p:spTree>
    <p:extLst>
      <p:ext uri="{BB962C8B-B14F-4D97-AF65-F5344CB8AC3E}">
        <p14:creationId xmlns:p14="http://schemas.microsoft.com/office/powerpoint/2010/main" val="2074605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A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range-field">
            <a:extLst>
              <a:ext uri="{FF2B5EF4-FFF2-40B4-BE49-F238E27FC236}">
                <a16:creationId xmlns:a16="http://schemas.microsoft.com/office/drawing/2014/main" id="{56EA8B5C-035F-4E25-8079-5F5F5C0824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171950" cy="6858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F9A76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" name="grid-v-0">
            <a:extLst>
              <a:ext uri="{FF2B5EF4-FFF2-40B4-BE49-F238E27FC236}">
                <a16:creationId xmlns:a16="http://schemas.microsoft.com/office/drawing/2014/main" id="{E60901CA-0B23-4C74-B116-24AEB2A736B3}"/>
              </a:ext>
            </a:extLst>
          </p:cNvPr>
          <p:cNvSpPr>
            <a:spLocks noGrp="1"/>
          </p:cNvSpPr>
          <p:nvPr/>
        </p:nvSpPr>
        <p:spPr>
          <a:xfrm>
            <a:off x="7524750" y="838200"/>
            <a:ext cx="0" cy="4362450"/>
          </a:xfrm>
          <a:prstGeom prst="line">
            <a:avLst/>
          </a:prstGeom>
          <a:noFill/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3" name="grid-v-1">
            <a:extLst>
              <a:ext uri="{FF2B5EF4-FFF2-40B4-BE49-F238E27FC236}">
                <a16:creationId xmlns:a16="http://schemas.microsoft.com/office/drawing/2014/main" id="{3EB175D5-C0AC-4D04-A7AE-B73734F70218}"/>
              </a:ext>
            </a:extLst>
          </p:cNvPr>
          <p:cNvSpPr>
            <a:spLocks noGrp="1"/>
          </p:cNvSpPr>
          <p:nvPr/>
        </p:nvSpPr>
        <p:spPr>
          <a:xfrm>
            <a:off x="7981950" y="838200"/>
            <a:ext cx="0" cy="4362450"/>
          </a:xfrm>
          <a:prstGeom prst="line">
            <a:avLst/>
          </a:prstGeom>
          <a:noFill/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4" name="grid-v-2">
            <a:extLst>
              <a:ext uri="{FF2B5EF4-FFF2-40B4-BE49-F238E27FC236}">
                <a16:creationId xmlns:a16="http://schemas.microsoft.com/office/drawing/2014/main" id="{45A1B391-146E-404B-AD14-09EF81230A57}"/>
              </a:ext>
            </a:extLst>
          </p:cNvPr>
          <p:cNvSpPr>
            <a:spLocks noGrp="1"/>
          </p:cNvSpPr>
          <p:nvPr/>
        </p:nvSpPr>
        <p:spPr>
          <a:xfrm>
            <a:off x="8439150" y="838200"/>
            <a:ext cx="0" cy="4362450"/>
          </a:xfrm>
          <a:prstGeom prst="line">
            <a:avLst/>
          </a:prstGeom>
          <a:noFill/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5" name="grid-v-3">
            <a:extLst>
              <a:ext uri="{FF2B5EF4-FFF2-40B4-BE49-F238E27FC236}">
                <a16:creationId xmlns:a16="http://schemas.microsoft.com/office/drawing/2014/main" id="{4484FD92-2384-40D5-9E40-1ED5AAA0DD0A}"/>
              </a:ext>
            </a:extLst>
          </p:cNvPr>
          <p:cNvSpPr>
            <a:spLocks noGrp="1"/>
          </p:cNvSpPr>
          <p:nvPr/>
        </p:nvSpPr>
        <p:spPr>
          <a:xfrm>
            <a:off x="8896350" y="838200"/>
            <a:ext cx="0" cy="4362450"/>
          </a:xfrm>
          <a:prstGeom prst="line">
            <a:avLst/>
          </a:prstGeom>
          <a:noFill/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6" name="grid-v-4">
            <a:extLst>
              <a:ext uri="{FF2B5EF4-FFF2-40B4-BE49-F238E27FC236}">
                <a16:creationId xmlns:a16="http://schemas.microsoft.com/office/drawing/2014/main" id="{5E3B9F62-A4C1-4CA2-B29D-2598E0C0C86C}"/>
              </a:ext>
            </a:extLst>
          </p:cNvPr>
          <p:cNvSpPr>
            <a:spLocks noGrp="1"/>
          </p:cNvSpPr>
          <p:nvPr/>
        </p:nvSpPr>
        <p:spPr>
          <a:xfrm>
            <a:off x="9353550" y="838200"/>
            <a:ext cx="0" cy="4362450"/>
          </a:xfrm>
          <a:prstGeom prst="line">
            <a:avLst/>
          </a:prstGeom>
          <a:noFill/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7" name="grid-v-5">
            <a:extLst>
              <a:ext uri="{FF2B5EF4-FFF2-40B4-BE49-F238E27FC236}">
                <a16:creationId xmlns:a16="http://schemas.microsoft.com/office/drawing/2014/main" id="{08582A04-4E41-4899-9F16-176AB878FD15}"/>
              </a:ext>
            </a:extLst>
          </p:cNvPr>
          <p:cNvSpPr>
            <a:spLocks noGrp="1"/>
          </p:cNvSpPr>
          <p:nvPr/>
        </p:nvSpPr>
        <p:spPr>
          <a:xfrm>
            <a:off x="9810750" y="838200"/>
            <a:ext cx="0" cy="4362450"/>
          </a:xfrm>
          <a:prstGeom prst="line">
            <a:avLst/>
          </a:prstGeom>
          <a:noFill/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8" name="grid-v-6">
            <a:extLst>
              <a:ext uri="{FF2B5EF4-FFF2-40B4-BE49-F238E27FC236}">
                <a16:creationId xmlns:a16="http://schemas.microsoft.com/office/drawing/2014/main" id="{4A1CE571-33E4-4F29-A2DF-AD3339B0B56F}"/>
              </a:ext>
            </a:extLst>
          </p:cNvPr>
          <p:cNvSpPr>
            <a:spLocks noGrp="1"/>
          </p:cNvSpPr>
          <p:nvPr/>
        </p:nvSpPr>
        <p:spPr>
          <a:xfrm>
            <a:off x="10267950" y="838200"/>
            <a:ext cx="0" cy="4362450"/>
          </a:xfrm>
          <a:prstGeom prst="line">
            <a:avLst/>
          </a:prstGeom>
          <a:noFill/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9" name="grid-h-0">
            <a:extLst>
              <a:ext uri="{FF2B5EF4-FFF2-40B4-BE49-F238E27FC236}">
                <a16:creationId xmlns:a16="http://schemas.microsoft.com/office/drawing/2014/main" id="{69855CCB-91EB-40C2-9FB3-8CAAB3463219}"/>
              </a:ext>
            </a:extLst>
          </p:cNvPr>
          <p:cNvSpPr>
            <a:spLocks noGrp="1"/>
          </p:cNvSpPr>
          <p:nvPr/>
        </p:nvSpPr>
        <p:spPr>
          <a:xfrm>
            <a:off x="7239000" y="1123950"/>
            <a:ext cx="3429000" cy="0"/>
          </a:xfrm>
          <a:prstGeom prst="line">
            <a:avLst/>
          </a:prstGeom>
          <a:noFill/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10" name="grid-h-1">
            <a:extLst>
              <a:ext uri="{FF2B5EF4-FFF2-40B4-BE49-F238E27FC236}">
                <a16:creationId xmlns:a16="http://schemas.microsoft.com/office/drawing/2014/main" id="{5DED0740-7D0C-4871-B004-BF373C882969}"/>
              </a:ext>
            </a:extLst>
          </p:cNvPr>
          <p:cNvSpPr>
            <a:spLocks noGrp="1"/>
          </p:cNvSpPr>
          <p:nvPr/>
        </p:nvSpPr>
        <p:spPr>
          <a:xfrm>
            <a:off x="7239000" y="1657350"/>
            <a:ext cx="3429000" cy="0"/>
          </a:xfrm>
          <a:prstGeom prst="line">
            <a:avLst/>
          </a:prstGeom>
          <a:noFill/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11" name="grid-h-2">
            <a:extLst>
              <a:ext uri="{FF2B5EF4-FFF2-40B4-BE49-F238E27FC236}">
                <a16:creationId xmlns:a16="http://schemas.microsoft.com/office/drawing/2014/main" id="{4460ABBE-45D4-497C-B4FB-1B1FD757DA55}"/>
              </a:ext>
            </a:extLst>
          </p:cNvPr>
          <p:cNvSpPr>
            <a:spLocks noGrp="1"/>
          </p:cNvSpPr>
          <p:nvPr/>
        </p:nvSpPr>
        <p:spPr>
          <a:xfrm>
            <a:off x="7239000" y="2190750"/>
            <a:ext cx="3429000" cy="0"/>
          </a:xfrm>
          <a:prstGeom prst="line">
            <a:avLst/>
          </a:prstGeom>
          <a:noFill/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12" name="grid-h-3">
            <a:extLst>
              <a:ext uri="{FF2B5EF4-FFF2-40B4-BE49-F238E27FC236}">
                <a16:creationId xmlns:a16="http://schemas.microsoft.com/office/drawing/2014/main" id="{C8E080BA-E759-450A-A369-663168C79365}"/>
              </a:ext>
            </a:extLst>
          </p:cNvPr>
          <p:cNvSpPr>
            <a:spLocks noGrp="1"/>
          </p:cNvSpPr>
          <p:nvPr/>
        </p:nvSpPr>
        <p:spPr>
          <a:xfrm>
            <a:off x="7239000" y="2724150"/>
            <a:ext cx="3429000" cy="0"/>
          </a:xfrm>
          <a:prstGeom prst="line">
            <a:avLst/>
          </a:prstGeom>
          <a:noFill/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13" name="grid-h-4">
            <a:extLst>
              <a:ext uri="{FF2B5EF4-FFF2-40B4-BE49-F238E27FC236}">
                <a16:creationId xmlns:a16="http://schemas.microsoft.com/office/drawing/2014/main" id="{934282D6-4DB9-4A12-BB17-CB855D59A0AF}"/>
              </a:ext>
            </a:extLst>
          </p:cNvPr>
          <p:cNvSpPr>
            <a:spLocks noGrp="1"/>
          </p:cNvSpPr>
          <p:nvPr/>
        </p:nvSpPr>
        <p:spPr>
          <a:xfrm>
            <a:off x="7239000" y="3257550"/>
            <a:ext cx="3429000" cy="0"/>
          </a:xfrm>
          <a:prstGeom prst="line">
            <a:avLst/>
          </a:prstGeom>
          <a:noFill/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14" name="grid-h-5">
            <a:extLst>
              <a:ext uri="{FF2B5EF4-FFF2-40B4-BE49-F238E27FC236}">
                <a16:creationId xmlns:a16="http://schemas.microsoft.com/office/drawing/2014/main" id="{18FD4EB5-5521-4FC9-824C-94FACC3AD69E}"/>
              </a:ext>
            </a:extLst>
          </p:cNvPr>
          <p:cNvSpPr>
            <a:spLocks noGrp="1"/>
          </p:cNvSpPr>
          <p:nvPr/>
        </p:nvSpPr>
        <p:spPr>
          <a:xfrm>
            <a:off x="7239000" y="3790950"/>
            <a:ext cx="3429000" cy="0"/>
          </a:xfrm>
          <a:prstGeom prst="line">
            <a:avLst/>
          </a:prstGeom>
          <a:noFill/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734300" y="875393"/>
            <a:ext cx="2857500" cy="1201964"/>
          </a:xfrm>
          <a:prstGeom prst="rect">
            <a:avLst/>
          </a:prstGeom>
        </p:spPr>
      </p:pic>
      <p:sp>
        <p:nvSpPr>
          <p:cNvPr id="16" name="chapter-num">
            <a:extLst>
              <a:ext uri="{FF2B5EF4-FFF2-40B4-BE49-F238E27FC236}">
                <a16:creationId xmlns:a16="http://schemas.microsoft.com/office/drawing/2014/main" id="{10FEDD17-262D-4481-B1DF-3ACF6B79AB83}"/>
              </a:ext>
            </a:extLst>
          </p:cNvPr>
          <p:cNvSpPr>
            <a:spLocks noGrp="1"/>
          </p:cNvSpPr>
          <p:nvPr/>
        </p:nvSpPr>
        <p:spPr>
          <a:xfrm>
            <a:off x="762000" y="838200"/>
            <a:ext cx="1905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7" name="chapter-title">
            <a:extLst>
              <a:ext uri="{FF2B5EF4-FFF2-40B4-BE49-F238E27FC236}">
                <a16:creationId xmlns:a16="http://schemas.microsoft.com/office/drawing/2014/main" id="{A33E3868-DADB-4B8B-9FE5-ADD39372DC53}"/>
              </a:ext>
            </a:extLst>
          </p:cNvPr>
          <p:cNvSpPr>
            <a:spLocks noGrp="1"/>
          </p:cNvSpPr>
          <p:nvPr/>
        </p:nvSpPr>
        <p:spPr>
          <a:xfrm>
            <a:off x="762000" y="2209800"/>
            <a:ext cx="342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篇章标题</a:t>
            </a:r>
          </a:p>
        </p:txBody>
      </p:sp>
      <p:sp>
        <p:nvSpPr>
          <p:cNvPr id="18" name="chapter-en">
            <a:extLst>
              <a:ext uri="{FF2B5EF4-FFF2-40B4-BE49-F238E27FC236}">
                <a16:creationId xmlns:a16="http://schemas.microsoft.com/office/drawing/2014/main" id="{8D43D91F-3EB7-43B4-B8A9-822B48F42DAD}"/>
              </a:ext>
            </a:extLst>
          </p:cNvPr>
          <p:cNvSpPr>
            <a:spLocks noGrp="1"/>
          </p:cNvSpPr>
          <p:nvPr/>
        </p:nvSpPr>
        <p:spPr>
          <a:xfrm>
            <a:off x="800100" y="30099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FFFFFF">
                    <a:alpha val="74902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>
                    <a:alpha val="74902"/>
                  </a:srgbClr>
                </a:solidFill>
                <a:latin typeface="Aptos"/>
                <a:ea typeface="Aptos"/>
                <a:cs typeface="Aptos"/>
              </a:rPr>
              <a:t>SECTION TITLE</a:t>
            </a:r>
          </a:p>
        </p:txBody>
      </p:sp>
      <p:sp>
        <p:nvSpPr>
          <p:cNvPr id="19" name="statement">
            <a:extLst>
              <a:ext uri="{FF2B5EF4-FFF2-40B4-BE49-F238E27FC236}">
                <a16:creationId xmlns:a16="http://schemas.microsoft.com/office/drawing/2014/main" id="{24CF1581-0DC9-42B7-A059-98F9CAA6AA63}"/>
              </a:ext>
            </a:extLst>
          </p:cNvPr>
          <p:cNvSpPr>
            <a:spLocks noGrp="1"/>
          </p:cNvSpPr>
          <p:nvPr/>
        </p:nvSpPr>
        <p:spPr>
          <a:xfrm>
            <a:off x="5562600" y="3219450"/>
            <a:ext cx="495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用一句话说明本篇章要回答的问题或给出的判断</a:t>
            </a:r>
            <a:r>
              <a:rPr sz="25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20" name="statement-rule">
            <a:extLst>
              <a:ext uri="{FF2B5EF4-FFF2-40B4-BE49-F238E27FC236}">
                <a16:creationId xmlns:a16="http://schemas.microsoft.com/office/drawing/2014/main" id="{F4204EB1-7E98-4BE4-87A5-AF8275D5FBAE}"/>
              </a:ext>
            </a:extLst>
          </p:cNvPr>
          <p:cNvSpPr>
            <a:spLocks noGrp="1"/>
          </p:cNvSpPr>
          <p:nvPr/>
        </p:nvSpPr>
        <p:spPr>
          <a:xfrm>
            <a:off x="5581650" y="4476750"/>
            <a:ext cx="1809750" cy="0"/>
          </a:xfrm>
          <a:prstGeom prst="line">
            <a:avLst/>
          </a:prstGeom>
          <a:noFill/>
          <a:ln w="38100">
            <a:solidFill>
              <a:srgbClr val="FF7A45"/>
            </a:solidFill>
            <a:prstDash val="solid"/>
          </a:ln>
        </p:spPr>
      </p:sp>
      <p:sp>
        <p:nvSpPr>
          <p:cNvPr id="21" name="footer-rule">
            <a:extLst>
              <a:ext uri="{FF2B5EF4-FFF2-40B4-BE49-F238E27FC236}">
                <a16:creationId xmlns:a16="http://schemas.microsoft.com/office/drawing/2014/main" id="{4550D693-0035-494C-81E7-B45AE21EB9C3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0"/>
          </a:xfrm>
          <a:prstGeom prst="line">
            <a:avLst/>
          </a:prstGeom>
          <a:noFill/>
          <a:ln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23" name="footer-label">
            <a:extLst>
              <a:ext uri="{FF2B5EF4-FFF2-40B4-BE49-F238E27FC236}">
                <a16:creationId xmlns:a16="http://schemas.microsoft.com/office/drawing/2014/main" id="{521E8B8F-2A5E-4AA3-8860-2F9F7DEF92D0}"/>
              </a:ext>
            </a:extLst>
          </p:cNvPr>
          <p:cNvSpPr>
            <a:spLocks noGrp="1"/>
          </p:cNvSpPr>
          <p:nvPr/>
        </p:nvSpPr>
        <p:spPr>
          <a:xfrm>
            <a:off x="2356207" y="6391151"/>
            <a:ext cx="6000750" cy="1909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/>
            <a:r>
              <a:rPr lang="zh-CN" altLang="en-US" sz="1000" b="0" i="0" u="none" strike="noStrike" dirty="0">
                <a:solidFill>
                  <a:schemeClr val="bg1"/>
                </a:solidFill>
                <a:effectLst/>
                <a:latin typeface="Avenir" panose="02000503020000020003" pitchFamily="2" charset="0"/>
              </a:rPr>
              <a:t>构建全球化的有技术背景的优秀人才同侪学习成长平台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A4761AD0-0FA8-D059-A3B9-440025A4C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33" y="6338713"/>
            <a:ext cx="1556387" cy="27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22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A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brand-rail-blue">
            <a:extLst>
              <a:ext uri="{FF2B5EF4-FFF2-40B4-BE49-F238E27FC236}">
                <a16:creationId xmlns:a16="http://schemas.microsoft.com/office/drawing/2014/main" id="{EC8034BC-DBF3-46D0-9603-1AB8D6F4D8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A6A"/>
          </a:solidFill>
          <a:ln w="0">
            <a:noFill/>
            <a:prstDash val="solid"/>
          </a:ln>
        </p:spPr>
      </p:sp>
      <p:sp>
        <p:nvSpPr>
          <p:cNvPr id="2" name="brand-rail-orange">
            <a:extLst>
              <a:ext uri="{FF2B5EF4-FFF2-40B4-BE49-F238E27FC236}">
                <a16:creationId xmlns:a16="http://schemas.microsoft.com/office/drawing/2014/main" id="{D09B27D2-5A91-476F-9596-8D96C6188B0A}"/>
              </a:ext>
            </a:extLst>
          </p:cNvPr>
          <p:cNvSpPr>
            <a:spLocks noGrp="1"/>
          </p:cNvSpPr>
          <p:nvPr/>
        </p:nvSpPr>
        <p:spPr>
          <a:xfrm>
            <a:off x="114300" y="0"/>
            <a:ext cx="57150" cy="6858000"/>
          </a:xfrm>
          <a:prstGeom prst="rect">
            <a:avLst/>
          </a:prstGeom>
          <a:solidFill>
            <a:srgbClr val="F15A24"/>
          </a:solidFill>
          <a:ln w="0">
            <a:noFill/>
            <a:prstDash val="solid"/>
          </a:ln>
        </p:spPr>
      </p:sp>
      <p:sp>
        <p:nvSpPr>
          <p:cNvPr id="3" name="top-accent">
            <a:extLst>
              <a:ext uri="{FF2B5EF4-FFF2-40B4-BE49-F238E27FC236}">
                <a16:creationId xmlns:a16="http://schemas.microsoft.com/office/drawing/2014/main" id="{D7CFD12C-0817-466C-AF6B-9D77F8771C63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1714500" cy="66675"/>
          </a:xfrm>
          <a:prstGeom prst="rect">
            <a:avLst/>
          </a:prstGeom>
          <a:solidFill>
            <a:srgbClr val="FF7A45"/>
          </a:solidFill>
          <a:ln w="0">
            <a:noFill/>
            <a:prstDash val="solid"/>
          </a:ln>
        </p:spPr>
      </p:sp>
      <p:sp>
        <p:nvSpPr>
          <p:cNvPr id="4" name="top-accent-blue">
            <a:extLst>
              <a:ext uri="{FF2B5EF4-FFF2-40B4-BE49-F238E27FC236}">
                <a16:creationId xmlns:a16="http://schemas.microsoft.com/office/drawing/2014/main" id="{6130DAF8-A631-4396-932F-A5A83493D8F9}"/>
              </a:ext>
            </a:extLst>
          </p:cNvPr>
          <p:cNvSpPr>
            <a:spLocks noGrp="1"/>
          </p:cNvSpPr>
          <p:nvPr/>
        </p:nvSpPr>
        <p:spPr>
          <a:xfrm>
            <a:off x="11620500" y="0"/>
            <a:ext cx="571500" cy="66675"/>
          </a:xfrm>
          <a:prstGeom prst="rect">
            <a:avLst/>
          </a:prstGeom>
          <a:solidFill>
            <a:srgbClr val="FFFFFF">
              <a:alpha val="50196"/>
            </a:srgbClr>
          </a:solidFill>
          <a:ln w="0">
            <a:noFill/>
            <a:prstDash val="solid"/>
          </a:ln>
        </p:spPr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04845B64-1AD6-4E60-AB13-0249AD130267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F7A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7A45"/>
                </a:solidFill>
                <a:latin typeface="Aptos"/>
                <a:ea typeface="Aptos"/>
                <a:cs typeface="Aptos"/>
              </a:rPr>
              <a:t>CONTENT / DARK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93D3C850-88D1-4B57-8E20-F546C6530BED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590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深色内容页标题</a:t>
            </a:r>
            <a:endParaRPr sz="300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D55944D2-18F8-4C63-A5AA-5574736682E7}"/>
              </a:ext>
            </a:extLst>
          </p:cNvPr>
          <p:cNvSpPr>
            <a:spLocks noGrp="1"/>
          </p:cNvSpPr>
          <p:nvPr/>
        </p:nvSpPr>
        <p:spPr>
          <a:xfrm>
            <a:off x="762000" y="1676400"/>
            <a:ext cx="5048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725">
                <a:solidFill>
                  <a:srgbClr val="D7E2F2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D7E2F2"/>
                </a:solidFill>
                <a:latin typeface="Aptos"/>
                <a:ea typeface="Aptos"/>
                <a:cs typeface="Aptos"/>
              </a:rPr>
              <a:t>适合展示关键观点、结论、引用或少量高价值信息。保持段落简洁，让重点在大屏展示时清晰可读。</a:t>
            </a:r>
          </a:p>
        </p:txBody>
      </p:sp>
      <p:sp>
        <p:nvSpPr>
          <p:cNvPr id="8" name="dark-card-0">
            <a:extLst>
              <a:ext uri="{FF2B5EF4-FFF2-40B4-BE49-F238E27FC236}">
                <a16:creationId xmlns:a16="http://schemas.microsoft.com/office/drawing/2014/main" id="{C7A96C1E-10E5-4026-B3BA-8881C4294616}"/>
              </a:ext>
            </a:extLst>
          </p:cNvPr>
          <p:cNvSpPr>
            <a:spLocks noGrp="1"/>
          </p:cNvSpPr>
          <p:nvPr/>
        </p:nvSpPr>
        <p:spPr>
          <a:xfrm>
            <a:off x="742950" y="3086100"/>
            <a:ext cx="4953000" cy="552450"/>
          </a:xfrm>
          <a:prstGeom prst="roundRect">
            <a:avLst>
              <a:gd name="adj" fmla="val 10345"/>
            </a:avLst>
          </a:prstGeom>
          <a:solidFill>
            <a:srgbClr val="FFFFFF">
              <a:alpha val="5098"/>
            </a:srgbClr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9" name="dark-card-num-0">
            <a:extLst>
              <a:ext uri="{FF2B5EF4-FFF2-40B4-BE49-F238E27FC236}">
                <a16:creationId xmlns:a16="http://schemas.microsoft.com/office/drawing/2014/main" id="{AE7F1B38-8323-4D91-A2AA-C340C07979F5}"/>
              </a:ext>
            </a:extLst>
          </p:cNvPr>
          <p:cNvSpPr>
            <a:spLocks noGrp="1"/>
          </p:cNvSpPr>
          <p:nvPr/>
        </p:nvSpPr>
        <p:spPr>
          <a:xfrm>
            <a:off x="990600" y="32194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F7A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7A4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dark-card-head-0">
            <a:extLst>
              <a:ext uri="{FF2B5EF4-FFF2-40B4-BE49-F238E27FC236}">
                <a16:creationId xmlns:a16="http://schemas.microsoft.com/office/drawing/2014/main" id="{4121CD01-CB1C-473C-9ABB-35B38CA93610}"/>
              </a:ext>
            </a:extLst>
          </p:cNvPr>
          <p:cNvSpPr>
            <a:spLocks noGrp="1"/>
          </p:cNvSpPr>
          <p:nvPr/>
        </p:nvSpPr>
        <p:spPr>
          <a:xfrm>
            <a:off x="1562100" y="3171825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Insight headline</a:t>
            </a:r>
          </a:p>
        </p:txBody>
      </p:sp>
      <p:sp>
        <p:nvSpPr>
          <p:cNvPr id="11" name="dark-card-body-0">
            <a:extLst>
              <a:ext uri="{FF2B5EF4-FFF2-40B4-BE49-F238E27FC236}">
                <a16:creationId xmlns:a16="http://schemas.microsoft.com/office/drawing/2014/main" id="{442A0157-22DD-452A-90D9-4BA1586D6235}"/>
              </a:ext>
            </a:extLst>
          </p:cNvPr>
          <p:cNvSpPr>
            <a:spLocks noGrp="1"/>
          </p:cNvSpPr>
          <p:nvPr/>
        </p:nvSpPr>
        <p:spPr>
          <a:xfrm>
            <a:off x="1562100" y="3400425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B8C7DA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B8C7DA"/>
                </a:solidFill>
                <a:latin typeface="Aptos"/>
                <a:ea typeface="Aptos"/>
                <a:cs typeface="Aptos"/>
              </a:rPr>
              <a:t>Replace with one high-value point.</a:t>
            </a:r>
          </a:p>
        </p:txBody>
      </p:sp>
      <p:sp>
        <p:nvSpPr>
          <p:cNvPr id="12" name="dark-card-1">
            <a:extLst>
              <a:ext uri="{FF2B5EF4-FFF2-40B4-BE49-F238E27FC236}">
                <a16:creationId xmlns:a16="http://schemas.microsoft.com/office/drawing/2014/main" id="{49D4C396-85F8-45CF-993E-06C0B28DE25C}"/>
              </a:ext>
            </a:extLst>
          </p:cNvPr>
          <p:cNvSpPr>
            <a:spLocks noGrp="1"/>
          </p:cNvSpPr>
          <p:nvPr/>
        </p:nvSpPr>
        <p:spPr>
          <a:xfrm>
            <a:off x="742950" y="3867150"/>
            <a:ext cx="4953000" cy="552450"/>
          </a:xfrm>
          <a:prstGeom prst="roundRect">
            <a:avLst>
              <a:gd name="adj" fmla="val 10345"/>
            </a:avLst>
          </a:prstGeom>
          <a:solidFill>
            <a:srgbClr val="FFFFFF">
              <a:alpha val="5098"/>
            </a:srgbClr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3" name="dark-card-num-1">
            <a:extLst>
              <a:ext uri="{FF2B5EF4-FFF2-40B4-BE49-F238E27FC236}">
                <a16:creationId xmlns:a16="http://schemas.microsoft.com/office/drawing/2014/main" id="{5CC43728-2C1E-4609-AF29-5F6F385732DD}"/>
              </a:ext>
            </a:extLst>
          </p:cNvPr>
          <p:cNvSpPr>
            <a:spLocks noGrp="1"/>
          </p:cNvSpPr>
          <p:nvPr/>
        </p:nvSpPr>
        <p:spPr>
          <a:xfrm>
            <a:off x="990600" y="40005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F7A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7A4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dark-card-head-1">
            <a:extLst>
              <a:ext uri="{FF2B5EF4-FFF2-40B4-BE49-F238E27FC236}">
                <a16:creationId xmlns:a16="http://schemas.microsoft.com/office/drawing/2014/main" id="{CDE278E1-9C26-449D-A65E-8B794E6B581E}"/>
              </a:ext>
            </a:extLst>
          </p:cNvPr>
          <p:cNvSpPr>
            <a:spLocks noGrp="1"/>
          </p:cNvSpPr>
          <p:nvPr/>
        </p:nvSpPr>
        <p:spPr>
          <a:xfrm>
            <a:off x="1562100" y="3952875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Global perspective</a:t>
            </a:r>
          </a:p>
        </p:txBody>
      </p:sp>
      <p:sp>
        <p:nvSpPr>
          <p:cNvPr id="15" name="dark-card-body-1">
            <a:extLst>
              <a:ext uri="{FF2B5EF4-FFF2-40B4-BE49-F238E27FC236}">
                <a16:creationId xmlns:a16="http://schemas.microsoft.com/office/drawing/2014/main" id="{2F1B333D-2059-43FF-B47E-6B6551BAED2D}"/>
              </a:ext>
            </a:extLst>
          </p:cNvPr>
          <p:cNvSpPr>
            <a:spLocks noGrp="1"/>
          </p:cNvSpPr>
          <p:nvPr/>
        </p:nvSpPr>
        <p:spPr>
          <a:xfrm>
            <a:off x="1562100" y="4181475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B8C7DA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B8C7DA"/>
                </a:solidFill>
                <a:latin typeface="Aptos"/>
                <a:ea typeface="Aptos"/>
                <a:cs typeface="Aptos"/>
              </a:rPr>
              <a:t>Use concise evidence or implication.</a:t>
            </a:r>
          </a:p>
        </p:txBody>
      </p:sp>
      <p:sp>
        <p:nvSpPr>
          <p:cNvPr id="16" name="dark-card-2">
            <a:extLst>
              <a:ext uri="{FF2B5EF4-FFF2-40B4-BE49-F238E27FC236}">
                <a16:creationId xmlns:a16="http://schemas.microsoft.com/office/drawing/2014/main" id="{3758243C-FD7A-4B3A-B037-65CE3EAB40FA}"/>
              </a:ext>
            </a:extLst>
          </p:cNvPr>
          <p:cNvSpPr>
            <a:spLocks noGrp="1"/>
          </p:cNvSpPr>
          <p:nvPr/>
        </p:nvSpPr>
        <p:spPr>
          <a:xfrm>
            <a:off x="742950" y="4648200"/>
            <a:ext cx="4953000" cy="552450"/>
          </a:xfrm>
          <a:prstGeom prst="roundRect">
            <a:avLst>
              <a:gd name="adj" fmla="val 10345"/>
            </a:avLst>
          </a:prstGeom>
          <a:solidFill>
            <a:srgbClr val="FFFFFF">
              <a:alpha val="5098"/>
            </a:srgbClr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7" name="dark-card-num-2">
            <a:extLst>
              <a:ext uri="{FF2B5EF4-FFF2-40B4-BE49-F238E27FC236}">
                <a16:creationId xmlns:a16="http://schemas.microsoft.com/office/drawing/2014/main" id="{EBC560A0-2479-4901-90EC-780030433B84}"/>
              </a:ext>
            </a:extLst>
          </p:cNvPr>
          <p:cNvSpPr>
            <a:spLocks noGrp="1"/>
          </p:cNvSpPr>
          <p:nvPr/>
        </p:nvSpPr>
        <p:spPr>
          <a:xfrm>
            <a:off x="990600" y="47815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F7A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7A4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dark-card-head-2">
            <a:extLst>
              <a:ext uri="{FF2B5EF4-FFF2-40B4-BE49-F238E27FC236}">
                <a16:creationId xmlns:a16="http://schemas.microsoft.com/office/drawing/2014/main" id="{68F123BC-5BF2-4693-9498-715845B38CD6}"/>
              </a:ext>
            </a:extLst>
          </p:cNvPr>
          <p:cNvSpPr>
            <a:spLocks noGrp="1"/>
          </p:cNvSpPr>
          <p:nvPr/>
        </p:nvSpPr>
        <p:spPr>
          <a:xfrm>
            <a:off x="1562100" y="4733925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Action direction</a:t>
            </a:r>
          </a:p>
        </p:txBody>
      </p:sp>
      <p:sp>
        <p:nvSpPr>
          <p:cNvPr id="19" name="dark-card-body-2">
            <a:extLst>
              <a:ext uri="{FF2B5EF4-FFF2-40B4-BE49-F238E27FC236}">
                <a16:creationId xmlns:a16="http://schemas.microsoft.com/office/drawing/2014/main" id="{2F19C084-D7FE-49EB-84C8-6696B9C94A99}"/>
              </a:ext>
            </a:extLst>
          </p:cNvPr>
          <p:cNvSpPr>
            <a:spLocks noGrp="1"/>
          </p:cNvSpPr>
          <p:nvPr/>
        </p:nvSpPr>
        <p:spPr>
          <a:xfrm>
            <a:off x="1562100" y="4962525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B8C7DA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B8C7DA"/>
                </a:solidFill>
                <a:latin typeface="Aptos"/>
                <a:ea typeface="Aptos"/>
                <a:cs typeface="Aptos"/>
              </a:rPr>
              <a:t>Make the next step explicit.</a:t>
            </a:r>
          </a:p>
        </p:txBody>
      </p:sp>
      <p:sp>
        <p:nvSpPr>
          <p:cNvPr id="20" name="visual-panel">
            <a:extLst>
              <a:ext uri="{FF2B5EF4-FFF2-40B4-BE49-F238E27FC236}">
                <a16:creationId xmlns:a16="http://schemas.microsoft.com/office/drawing/2014/main" id="{17B22103-23FE-4BCF-9714-6D3A84ACF2D7}"/>
              </a:ext>
            </a:extLst>
          </p:cNvPr>
          <p:cNvSpPr>
            <a:spLocks noGrp="1"/>
          </p:cNvSpPr>
          <p:nvPr/>
        </p:nvSpPr>
        <p:spPr>
          <a:xfrm>
            <a:off x="6743700" y="1143000"/>
            <a:ext cx="4000500" cy="4000500"/>
          </a:xfrm>
          <a:prstGeom prst="roundRect">
            <a:avLst>
              <a:gd name="adj" fmla="val 1905"/>
            </a:avLst>
          </a:prstGeom>
          <a:solidFill>
            <a:srgbClr val="FFFFFF">
              <a:alpha val="3922"/>
            </a:srgbClr>
          </a:solidFill>
          <a:ln w="9525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21" name="visual-orange">
            <a:extLst>
              <a:ext uri="{FF2B5EF4-FFF2-40B4-BE49-F238E27FC236}">
                <a16:creationId xmlns:a16="http://schemas.microsoft.com/office/drawing/2014/main" id="{4D2C3EB0-9B59-40AE-9CC6-AFD69342DA66}"/>
              </a:ext>
            </a:extLst>
          </p:cNvPr>
          <p:cNvSpPr>
            <a:spLocks noGrp="1"/>
          </p:cNvSpPr>
          <p:nvPr/>
        </p:nvSpPr>
        <p:spPr>
          <a:xfrm>
            <a:off x="7086600" y="1485900"/>
            <a:ext cx="3314700" cy="742950"/>
          </a:xfrm>
          <a:prstGeom prst="rect">
            <a:avLst/>
          </a:prstGeom>
          <a:solidFill>
            <a:srgbClr val="F15A24"/>
          </a:solidFill>
          <a:ln w="0">
            <a:noFill/>
            <a:prstDash val="solid"/>
          </a:ln>
        </p:spPr>
      </p:sp>
      <p:sp>
        <p:nvSpPr>
          <p:cNvPr id="22" name="visual-blue">
            <a:extLst>
              <a:ext uri="{FF2B5EF4-FFF2-40B4-BE49-F238E27FC236}">
                <a16:creationId xmlns:a16="http://schemas.microsoft.com/office/drawing/2014/main" id="{9694E455-41AA-43AC-8E77-996EE33EE039}"/>
              </a:ext>
            </a:extLst>
          </p:cNvPr>
          <p:cNvSpPr>
            <a:spLocks noGrp="1"/>
          </p:cNvSpPr>
          <p:nvPr/>
        </p:nvSpPr>
        <p:spPr>
          <a:xfrm>
            <a:off x="7086600" y="2438400"/>
            <a:ext cx="2247900" cy="742950"/>
          </a:xfrm>
          <a:prstGeom prst="rect">
            <a:avLst/>
          </a:prstGeom>
          <a:solidFill>
            <a:srgbClr val="0B4B98"/>
          </a:solidFill>
          <a:ln w="0">
            <a:noFill/>
            <a:prstDash val="solid"/>
          </a:ln>
        </p:spPr>
      </p:sp>
      <p:sp>
        <p:nvSpPr>
          <p:cNvPr id="23" name="visual-pale">
            <a:extLst>
              <a:ext uri="{FF2B5EF4-FFF2-40B4-BE49-F238E27FC236}">
                <a16:creationId xmlns:a16="http://schemas.microsoft.com/office/drawing/2014/main" id="{5D95E217-248D-40AE-8969-AC13475CB339}"/>
              </a:ext>
            </a:extLst>
          </p:cNvPr>
          <p:cNvSpPr>
            <a:spLocks noGrp="1"/>
          </p:cNvSpPr>
          <p:nvPr/>
        </p:nvSpPr>
        <p:spPr>
          <a:xfrm>
            <a:off x="7086600" y="3390900"/>
            <a:ext cx="2838450" cy="742950"/>
          </a:xfrm>
          <a:prstGeom prst="rect">
            <a:avLst/>
          </a:prstGeom>
          <a:solidFill>
            <a:srgbClr val="FFFFFF">
              <a:alpha val="85098"/>
            </a:srgbClr>
          </a:solidFill>
          <a:ln w="0">
            <a:noFill/>
            <a:prstDash val="solid"/>
          </a:ln>
        </p:spPr>
      </p:sp>
      <p:sp>
        <p:nvSpPr>
          <p:cNvPr id="24" name="visual-label">
            <a:extLst>
              <a:ext uri="{FF2B5EF4-FFF2-40B4-BE49-F238E27FC236}">
                <a16:creationId xmlns:a16="http://schemas.microsoft.com/office/drawing/2014/main" id="{7AF2C47C-8B93-42B1-A41F-0B4C7299ED3D}"/>
              </a:ext>
            </a:extLst>
          </p:cNvPr>
          <p:cNvSpPr>
            <a:spLocks noGrp="1"/>
          </p:cNvSpPr>
          <p:nvPr/>
        </p:nvSpPr>
        <p:spPr>
          <a:xfrm>
            <a:off x="7334250" y="4362450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Editable visual area</a:t>
            </a:r>
          </a:p>
        </p:txBody>
      </p:sp>
      <p:sp>
        <p:nvSpPr>
          <p:cNvPr id="25" name="footer-rule">
            <a:extLst>
              <a:ext uri="{FF2B5EF4-FFF2-40B4-BE49-F238E27FC236}">
                <a16:creationId xmlns:a16="http://schemas.microsoft.com/office/drawing/2014/main" id="{1F12E058-5DCE-4198-B882-23F94F8158F2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0"/>
          </a:xfrm>
          <a:prstGeom prst="line">
            <a:avLst/>
          </a:prstGeom>
          <a:noFill/>
          <a:ln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29" name="footer-label">
            <a:extLst>
              <a:ext uri="{FF2B5EF4-FFF2-40B4-BE49-F238E27FC236}">
                <a16:creationId xmlns:a16="http://schemas.microsoft.com/office/drawing/2014/main" id="{4BE5B82E-049A-95C1-282A-BEF35258B28D}"/>
              </a:ext>
            </a:extLst>
          </p:cNvPr>
          <p:cNvSpPr>
            <a:spLocks noGrp="1"/>
          </p:cNvSpPr>
          <p:nvPr/>
        </p:nvSpPr>
        <p:spPr>
          <a:xfrm>
            <a:off x="2407577" y="6391151"/>
            <a:ext cx="6000750" cy="1909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/>
            <a:r>
              <a:rPr lang="zh-CN" altLang="en-US" sz="1000" b="0" i="0" u="none" strike="noStrike" dirty="0">
                <a:solidFill>
                  <a:schemeClr val="bg1"/>
                </a:solidFill>
                <a:effectLst/>
                <a:latin typeface="Avenir" panose="02000503020000020003" pitchFamily="2" charset="0"/>
              </a:rPr>
              <a:t>构建全球化的有技术背景的优秀人才同侪学习成长平台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A12AFC2A-B0CE-DF1B-7BBB-101D95A5A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303" y="6338713"/>
            <a:ext cx="1556387" cy="27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38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rand-rail-blue">
            <a:extLst>
              <a:ext uri="{FF2B5EF4-FFF2-40B4-BE49-F238E27FC236}">
                <a16:creationId xmlns:a16="http://schemas.microsoft.com/office/drawing/2014/main" id="{59E0FB1D-A574-403D-BC22-F0933A5770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A6A"/>
          </a:solidFill>
          <a:ln w="0">
            <a:noFill/>
            <a:prstDash val="solid"/>
          </a:ln>
        </p:spPr>
      </p:sp>
      <p:sp>
        <p:nvSpPr>
          <p:cNvPr id="2" name="brand-rail-orange">
            <a:extLst>
              <a:ext uri="{FF2B5EF4-FFF2-40B4-BE49-F238E27FC236}">
                <a16:creationId xmlns:a16="http://schemas.microsoft.com/office/drawing/2014/main" id="{989B154D-5D59-4030-A63C-A18BA7D3D0E5}"/>
              </a:ext>
            </a:extLst>
          </p:cNvPr>
          <p:cNvSpPr>
            <a:spLocks noGrp="1"/>
          </p:cNvSpPr>
          <p:nvPr/>
        </p:nvSpPr>
        <p:spPr>
          <a:xfrm>
            <a:off x="114300" y="0"/>
            <a:ext cx="57150" cy="6858000"/>
          </a:xfrm>
          <a:prstGeom prst="rect">
            <a:avLst/>
          </a:prstGeom>
          <a:solidFill>
            <a:srgbClr val="F15A24"/>
          </a:solidFill>
          <a:ln w="0">
            <a:noFill/>
            <a:prstDash val="solid"/>
          </a:ln>
        </p:spPr>
      </p:sp>
      <p:sp>
        <p:nvSpPr>
          <p:cNvPr id="3" name="top-accent">
            <a:extLst>
              <a:ext uri="{FF2B5EF4-FFF2-40B4-BE49-F238E27FC236}">
                <a16:creationId xmlns:a16="http://schemas.microsoft.com/office/drawing/2014/main" id="{25680A24-D2F6-483E-9170-9695B4492BCF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1714500" cy="66675"/>
          </a:xfrm>
          <a:prstGeom prst="rect">
            <a:avLst/>
          </a:prstGeom>
          <a:solidFill>
            <a:srgbClr val="F15A24"/>
          </a:solidFill>
          <a:ln w="0">
            <a:noFill/>
            <a:prstDash val="solid"/>
          </a:ln>
        </p:spPr>
      </p:sp>
      <p:sp>
        <p:nvSpPr>
          <p:cNvPr id="4" name="top-accent-blue">
            <a:extLst>
              <a:ext uri="{FF2B5EF4-FFF2-40B4-BE49-F238E27FC236}">
                <a16:creationId xmlns:a16="http://schemas.microsoft.com/office/drawing/2014/main" id="{47EE6180-E737-4AA8-A0FA-1A367FEE6615}"/>
              </a:ext>
            </a:extLst>
          </p:cNvPr>
          <p:cNvSpPr>
            <a:spLocks noGrp="1"/>
          </p:cNvSpPr>
          <p:nvPr/>
        </p:nvSpPr>
        <p:spPr>
          <a:xfrm>
            <a:off x="11620500" y="0"/>
            <a:ext cx="571500" cy="66675"/>
          </a:xfrm>
          <a:prstGeom prst="rect">
            <a:avLst/>
          </a:prstGeom>
          <a:solidFill>
            <a:srgbClr val="002A6A"/>
          </a:solidFill>
          <a:ln w="0">
            <a:noFill/>
            <a:prstDash val="solid"/>
          </a:ln>
        </p:spPr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69434439-9C07-48B6-B023-2E8A1F952DD1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15A2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5A24"/>
                </a:solidFill>
                <a:latin typeface="Aptos"/>
                <a:ea typeface="Aptos"/>
                <a:cs typeface="Aptos"/>
              </a:rPr>
              <a:t>CONTENT / LIGHT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F0B190C7-B3CB-4259-9A22-1CD6F8172BB8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590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浅色内容页标题</a:t>
            </a:r>
          </a:p>
        </p:txBody>
      </p:sp>
      <p:sp>
        <p:nvSpPr>
          <p:cNvPr id="7" name="intro">
            <a:extLst>
              <a:ext uri="{FF2B5EF4-FFF2-40B4-BE49-F238E27FC236}">
                <a16:creationId xmlns:a16="http://schemas.microsoft.com/office/drawing/2014/main" id="{72F49038-8EFF-4767-AE27-F14715CBD888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552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6000"/>
              </a:lnSpc>
              <a:buNone/>
              <a:defRPr sz="15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475569"/>
                </a:solidFill>
                <a:latin typeface="Aptos"/>
                <a:ea typeface="Aptos"/>
                <a:cs typeface="Aptos"/>
              </a:rPr>
              <a:t>适合承载方法、框架、要点说明或案例拆解。此页使用更高留白和清晰分栏，便于替换为正式内容。</a:t>
            </a:r>
          </a:p>
        </p:txBody>
      </p:sp>
      <p:sp>
        <p:nvSpPr>
          <p:cNvPr id="8" name="light-col-0">
            <a:extLst>
              <a:ext uri="{FF2B5EF4-FFF2-40B4-BE49-F238E27FC236}">
                <a16:creationId xmlns:a16="http://schemas.microsoft.com/office/drawing/2014/main" id="{2F87AFA1-4C6B-4DD9-97D7-0800294EC161}"/>
              </a:ext>
            </a:extLst>
          </p:cNvPr>
          <p:cNvSpPr>
            <a:spLocks noGrp="1"/>
          </p:cNvSpPr>
          <p:nvPr/>
        </p:nvSpPr>
        <p:spPr>
          <a:xfrm>
            <a:off x="762000" y="2724150"/>
            <a:ext cx="3009900" cy="2076450"/>
          </a:xfrm>
          <a:prstGeom prst="roundRect">
            <a:avLst>
              <a:gd name="adj" fmla="val 3670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9" name="light-col-top-0">
            <a:extLst>
              <a:ext uri="{FF2B5EF4-FFF2-40B4-BE49-F238E27FC236}">
                <a16:creationId xmlns:a16="http://schemas.microsoft.com/office/drawing/2014/main" id="{0685FFDA-5813-4170-AFCA-043D68B10D65}"/>
              </a:ext>
            </a:extLst>
          </p:cNvPr>
          <p:cNvSpPr>
            <a:spLocks noGrp="1"/>
          </p:cNvSpPr>
          <p:nvPr/>
        </p:nvSpPr>
        <p:spPr>
          <a:xfrm>
            <a:off x="762000" y="2724150"/>
            <a:ext cx="3009900" cy="76200"/>
          </a:xfrm>
          <a:prstGeom prst="rect">
            <a:avLst/>
          </a:prstGeom>
          <a:solidFill>
            <a:srgbClr val="002A6A"/>
          </a:solidFill>
          <a:ln w="0">
            <a:noFill/>
            <a:prstDash val="solid"/>
          </a:ln>
        </p:spPr>
      </p:sp>
      <p:sp>
        <p:nvSpPr>
          <p:cNvPr id="10" name="light-letter-0">
            <a:extLst>
              <a:ext uri="{FF2B5EF4-FFF2-40B4-BE49-F238E27FC236}">
                <a16:creationId xmlns:a16="http://schemas.microsoft.com/office/drawing/2014/main" id="{9FF068DC-B3CC-4742-8115-17676B52D8A3}"/>
              </a:ext>
            </a:extLst>
          </p:cNvPr>
          <p:cNvSpPr>
            <a:spLocks noGrp="1"/>
          </p:cNvSpPr>
          <p:nvPr/>
        </p:nvSpPr>
        <p:spPr>
          <a:xfrm>
            <a:off x="1028700" y="3067050"/>
            <a:ext cx="49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02A6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A6A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11" name="light-head-0">
            <a:extLst>
              <a:ext uri="{FF2B5EF4-FFF2-40B4-BE49-F238E27FC236}">
                <a16:creationId xmlns:a16="http://schemas.microsoft.com/office/drawing/2014/main" id="{21B0F7AB-753E-40EA-B527-0196DE02AE96}"/>
              </a:ext>
            </a:extLst>
          </p:cNvPr>
          <p:cNvSpPr>
            <a:spLocks noGrp="1"/>
          </p:cNvSpPr>
          <p:nvPr/>
        </p:nvSpPr>
        <p:spPr>
          <a:xfrm>
            <a:off x="1638300" y="31242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2" name="light-body-0">
            <a:extLst>
              <a:ext uri="{FF2B5EF4-FFF2-40B4-BE49-F238E27FC236}">
                <a16:creationId xmlns:a16="http://schemas.microsoft.com/office/drawing/2014/main" id="{CAD55DF3-7121-477F-BBA7-A431DE4B525A}"/>
              </a:ext>
            </a:extLst>
          </p:cNvPr>
          <p:cNvSpPr>
            <a:spLocks noGrp="1"/>
          </p:cNvSpPr>
          <p:nvPr/>
        </p:nvSpPr>
        <p:spPr>
          <a:xfrm>
            <a:off x="1047750" y="37147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说明背景与约束条件</a:t>
            </a:r>
          </a:p>
        </p:txBody>
      </p:sp>
      <p:sp>
        <p:nvSpPr>
          <p:cNvPr id="13" name="light-rule-0">
            <a:extLst>
              <a:ext uri="{FF2B5EF4-FFF2-40B4-BE49-F238E27FC236}">
                <a16:creationId xmlns:a16="http://schemas.microsoft.com/office/drawing/2014/main" id="{8E9368A0-D5A3-4A86-9391-9146C3D5AEDC}"/>
              </a:ext>
            </a:extLst>
          </p:cNvPr>
          <p:cNvSpPr>
            <a:spLocks noGrp="1"/>
          </p:cNvSpPr>
          <p:nvPr/>
        </p:nvSpPr>
        <p:spPr>
          <a:xfrm>
            <a:off x="1047750" y="4400550"/>
            <a:ext cx="1085850" cy="0"/>
          </a:xfrm>
          <a:prstGeom prst="line">
            <a:avLst/>
          </a:prstGeom>
          <a:noFill/>
          <a:ln w="28575">
            <a:solidFill>
              <a:srgbClr val="002A6A"/>
            </a:solidFill>
            <a:prstDash val="solid"/>
          </a:ln>
        </p:spPr>
      </p:sp>
      <p:sp>
        <p:nvSpPr>
          <p:cNvPr id="14" name="light-col-1">
            <a:extLst>
              <a:ext uri="{FF2B5EF4-FFF2-40B4-BE49-F238E27FC236}">
                <a16:creationId xmlns:a16="http://schemas.microsoft.com/office/drawing/2014/main" id="{0A8D8C76-BD02-40A3-BBD7-3E2BEFC79CA8}"/>
              </a:ext>
            </a:extLst>
          </p:cNvPr>
          <p:cNvSpPr>
            <a:spLocks noGrp="1"/>
          </p:cNvSpPr>
          <p:nvPr/>
        </p:nvSpPr>
        <p:spPr>
          <a:xfrm>
            <a:off x="4305300" y="2724150"/>
            <a:ext cx="3009900" cy="2076450"/>
          </a:xfrm>
          <a:prstGeom prst="roundRect">
            <a:avLst>
              <a:gd name="adj" fmla="val 3670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5" name="light-col-top-1">
            <a:extLst>
              <a:ext uri="{FF2B5EF4-FFF2-40B4-BE49-F238E27FC236}">
                <a16:creationId xmlns:a16="http://schemas.microsoft.com/office/drawing/2014/main" id="{DC5442E0-6BA7-4453-AE81-D56DBAE60A32}"/>
              </a:ext>
            </a:extLst>
          </p:cNvPr>
          <p:cNvSpPr>
            <a:spLocks noGrp="1"/>
          </p:cNvSpPr>
          <p:nvPr/>
        </p:nvSpPr>
        <p:spPr>
          <a:xfrm>
            <a:off x="4305300" y="2724150"/>
            <a:ext cx="3009900" cy="76200"/>
          </a:xfrm>
          <a:prstGeom prst="rect">
            <a:avLst/>
          </a:prstGeom>
          <a:solidFill>
            <a:srgbClr val="F15A24"/>
          </a:solidFill>
          <a:ln w="0">
            <a:noFill/>
            <a:prstDash val="solid"/>
          </a:ln>
        </p:spPr>
      </p:sp>
      <p:sp>
        <p:nvSpPr>
          <p:cNvPr id="16" name="light-letter-1">
            <a:extLst>
              <a:ext uri="{FF2B5EF4-FFF2-40B4-BE49-F238E27FC236}">
                <a16:creationId xmlns:a16="http://schemas.microsoft.com/office/drawing/2014/main" id="{17EE33B1-01C2-4284-89F7-E28A93B68EA5}"/>
              </a:ext>
            </a:extLst>
          </p:cNvPr>
          <p:cNvSpPr>
            <a:spLocks noGrp="1"/>
          </p:cNvSpPr>
          <p:nvPr/>
        </p:nvSpPr>
        <p:spPr>
          <a:xfrm>
            <a:off x="4572000" y="3067050"/>
            <a:ext cx="49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F15A2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15A24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7" name="light-head-1">
            <a:extLst>
              <a:ext uri="{FF2B5EF4-FFF2-40B4-BE49-F238E27FC236}">
                <a16:creationId xmlns:a16="http://schemas.microsoft.com/office/drawing/2014/main" id="{A3F3E087-FF4D-4494-932C-8A8B3E0EF50D}"/>
              </a:ext>
            </a:extLst>
          </p:cNvPr>
          <p:cNvSpPr>
            <a:spLocks noGrp="1"/>
          </p:cNvSpPr>
          <p:nvPr/>
        </p:nvSpPr>
        <p:spPr>
          <a:xfrm>
            <a:off x="5181600" y="31242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18" name="light-body-1">
            <a:extLst>
              <a:ext uri="{FF2B5EF4-FFF2-40B4-BE49-F238E27FC236}">
                <a16:creationId xmlns:a16="http://schemas.microsoft.com/office/drawing/2014/main" id="{71D63F47-38F9-47BA-AD3B-427932723C05}"/>
              </a:ext>
            </a:extLst>
          </p:cNvPr>
          <p:cNvSpPr>
            <a:spLocks noGrp="1"/>
          </p:cNvSpPr>
          <p:nvPr/>
        </p:nvSpPr>
        <p:spPr>
          <a:xfrm>
            <a:off x="4591050" y="37147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提炼关键发现与含义</a:t>
            </a:r>
          </a:p>
        </p:txBody>
      </p:sp>
      <p:sp>
        <p:nvSpPr>
          <p:cNvPr id="19" name="light-rule-1">
            <a:extLst>
              <a:ext uri="{FF2B5EF4-FFF2-40B4-BE49-F238E27FC236}">
                <a16:creationId xmlns:a16="http://schemas.microsoft.com/office/drawing/2014/main" id="{7547C70C-B91E-40D9-8AF8-5A657EAA999F}"/>
              </a:ext>
            </a:extLst>
          </p:cNvPr>
          <p:cNvSpPr>
            <a:spLocks noGrp="1"/>
          </p:cNvSpPr>
          <p:nvPr/>
        </p:nvSpPr>
        <p:spPr>
          <a:xfrm>
            <a:off x="4591050" y="4400550"/>
            <a:ext cx="1085850" cy="0"/>
          </a:xfrm>
          <a:prstGeom prst="line">
            <a:avLst/>
          </a:prstGeom>
          <a:noFill/>
          <a:ln w="28575">
            <a:solidFill>
              <a:srgbClr val="F15A24"/>
            </a:solidFill>
            <a:prstDash val="solid"/>
          </a:ln>
        </p:spPr>
      </p:sp>
      <p:sp>
        <p:nvSpPr>
          <p:cNvPr id="20" name="light-col-2">
            <a:extLst>
              <a:ext uri="{FF2B5EF4-FFF2-40B4-BE49-F238E27FC236}">
                <a16:creationId xmlns:a16="http://schemas.microsoft.com/office/drawing/2014/main" id="{88374B53-BD4B-4BE8-95C8-95C8051AC409}"/>
              </a:ext>
            </a:extLst>
          </p:cNvPr>
          <p:cNvSpPr>
            <a:spLocks noGrp="1"/>
          </p:cNvSpPr>
          <p:nvPr/>
        </p:nvSpPr>
        <p:spPr>
          <a:xfrm>
            <a:off x="7848600" y="2724150"/>
            <a:ext cx="3009900" cy="2076450"/>
          </a:xfrm>
          <a:prstGeom prst="roundRect">
            <a:avLst>
              <a:gd name="adj" fmla="val 3670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1" name="light-col-top-2">
            <a:extLst>
              <a:ext uri="{FF2B5EF4-FFF2-40B4-BE49-F238E27FC236}">
                <a16:creationId xmlns:a16="http://schemas.microsoft.com/office/drawing/2014/main" id="{B27C4304-A4A5-4964-B62F-A3C344657E82}"/>
              </a:ext>
            </a:extLst>
          </p:cNvPr>
          <p:cNvSpPr>
            <a:spLocks noGrp="1"/>
          </p:cNvSpPr>
          <p:nvPr/>
        </p:nvSpPr>
        <p:spPr>
          <a:xfrm>
            <a:off x="7848600" y="2724150"/>
            <a:ext cx="3009900" cy="76200"/>
          </a:xfrm>
          <a:prstGeom prst="rect">
            <a:avLst/>
          </a:prstGeom>
          <a:solidFill>
            <a:srgbClr val="002A6A"/>
          </a:solidFill>
          <a:ln w="0">
            <a:noFill/>
            <a:prstDash val="solid"/>
          </a:ln>
        </p:spPr>
      </p:sp>
      <p:sp>
        <p:nvSpPr>
          <p:cNvPr id="22" name="light-letter-2">
            <a:extLst>
              <a:ext uri="{FF2B5EF4-FFF2-40B4-BE49-F238E27FC236}">
                <a16:creationId xmlns:a16="http://schemas.microsoft.com/office/drawing/2014/main" id="{664F6E2C-18CB-4FCB-9D91-610D13CA623A}"/>
              </a:ext>
            </a:extLst>
          </p:cNvPr>
          <p:cNvSpPr>
            <a:spLocks noGrp="1"/>
          </p:cNvSpPr>
          <p:nvPr/>
        </p:nvSpPr>
        <p:spPr>
          <a:xfrm>
            <a:off x="8115300" y="3067050"/>
            <a:ext cx="49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02A6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A6A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23" name="light-head-2">
            <a:extLst>
              <a:ext uri="{FF2B5EF4-FFF2-40B4-BE49-F238E27FC236}">
                <a16:creationId xmlns:a16="http://schemas.microsoft.com/office/drawing/2014/main" id="{CA5F4E47-6CED-4B82-95FA-733F9ECB94FB}"/>
              </a:ext>
            </a:extLst>
          </p:cNvPr>
          <p:cNvSpPr>
            <a:spLocks noGrp="1"/>
          </p:cNvSpPr>
          <p:nvPr/>
        </p:nvSpPr>
        <p:spPr>
          <a:xfrm>
            <a:off x="8724900" y="31242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24" name="light-body-2">
            <a:extLst>
              <a:ext uri="{FF2B5EF4-FFF2-40B4-BE49-F238E27FC236}">
                <a16:creationId xmlns:a16="http://schemas.microsoft.com/office/drawing/2014/main" id="{2DC6DE63-6941-4E52-9823-B6A585DB077B}"/>
              </a:ext>
            </a:extLst>
          </p:cNvPr>
          <p:cNvSpPr>
            <a:spLocks noGrp="1"/>
          </p:cNvSpPr>
          <p:nvPr/>
        </p:nvSpPr>
        <p:spPr>
          <a:xfrm>
            <a:off x="8134350" y="37147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形成建议与后续动作</a:t>
            </a:r>
          </a:p>
        </p:txBody>
      </p:sp>
      <p:sp>
        <p:nvSpPr>
          <p:cNvPr id="25" name="light-rule-2">
            <a:extLst>
              <a:ext uri="{FF2B5EF4-FFF2-40B4-BE49-F238E27FC236}">
                <a16:creationId xmlns:a16="http://schemas.microsoft.com/office/drawing/2014/main" id="{15BEA4B8-80A2-43F8-AE80-A034CBC53676}"/>
              </a:ext>
            </a:extLst>
          </p:cNvPr>
          <p:cNvSpPr>
            <a:spLocks noGrp="1"/>
          </p:cNvSpPr>
          <p:nvPr/>
        </p:nvSpPr>
        <p:spPr>
          <a:xfrm>
            <a:off x="8134350" y="4400550"/>
            <a:ext cx="1085850" cy="0"/>
          </a:xfrm>
          <a:prstGeom prst="line">
            <a:avLst/>
          </a:prstGeom>
          <a:noFill/>
          <a:ln w="28575">
            <a:solidFill>
              <a:srgbClr val="002A6A"/>
            </a:solidFill>
            <a:prstDash val="solid"/>
          </a:ln>
        </p:spPr>
      </p:sp>
      <p:sp>
        <p:nvSpPr>
          <p:cNvPr id="26" name="footer-rule">
            <a:extLst>
              <a:ext uri="{FF2B5EF4-FFF2-40B4-BE49-F238E27FC236}">
                <a16:creationId xmlns:a16="http://schemas.microsoft.com/office/drawing/2014/main" id="{D0E3FFDE-F05E-42F1-9E4A-2CBBDB8F26C1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6074" y="6326247"/>
            <a:ext cx="1581150" cy="339605"/>
          </a:xfrm>
          <a:prstGeom prst="rect">
            <a:avLst/>
          </a:prstGeom>
        </p:spPr>
      </p:pic>
      <p:sp>
        <p:nvSpPr>
          <p:cNvPr id="28" name="footer-label">
            <a:extLst>
              <a:ext uri="{FF2B5EF4-FFF2-40B4-BE49-F238E27FC236}">
                <a16:creationId xmlns:a16="http://schemas.microsoft.com/office/drawing/2014/main" id="{1DE2281B-E6BD-45E2-943A-6540A0B3E96D}"/>
              </a:ext>
            </a:extLst>
          </p:cNvPr>
          <p:cNvSpPr>
            <a:spLocks noGrp="1"/>
          </p:cNvSpPr>
          <p:nvPr/>
        </p:nvSpPr>
        <p:spPr>
          <a:xfrm>
            <a:off x="2410574" y="6381749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/>
            <a:r>
              <a:rPr lang="zh-CN" altLang="en-US" sz="900" b="0" i="0" u="none" strike="noStrike" dirty="0">
                <a:solidFill>
                  <a:srgbClr val="465569"/>
                </a:solidFill>
                <a:effectLst/>
                <a:latin typeface="Avenir" panose="02000503020000020003" pitchFamily="2" charset="0"/>
              </a:rPr>
              <a:t>构建全球化的有技术背景的优秀人才同侪学习成长平台</a:t>
            </a:r>
          </a:p>
        </p:txBody>
      </p:sp>
    </p:spTree>
    <p:extLst>
      <p:ext uri="{BB962C8B-B14F-4D97-AF65-F5344CB8AC3E}">
        <p14:creationId xmlns:p14="http://schemas.microsoft.com/office/powerpoint/2010/main" val="2125056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A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-orange">
            <a:extLst>
              <a:ext uri="{FF2B5EF4-FFF2-40B4-BE49-F238E27FC236}">
                <a16:creationId xmlns:a16="http://schemas.microsoft.com/office/drawing/2014/main" id="{4C81D50A-4ACC-41E5-A8F8-431E082D7F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23950"/>
          </a:xfrm>
          <a:prstGeom prst="rect">
            <a:avLst/>
          </a:prstGeom>
          <a:solidFill>
            <a:srgbClr val="F15A24"/>
          </a:solidFill>
          <a:ln w="0">
            <a:noFill/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962900" y="2066018"/>
            <a:ext cx="2857500" cy="1201964"/>
          </a:xfrm>
          <a:prstGeom prst="rect">
            <a:avLst/>
          </a:prstGeom>
        </p:spPr>
      </p:pic>
      <p:sp>
        <p:nvSpPr>
          <p:cNvPr id="4" name="thanks">
            <a:extLst>
              <a:ext uri="{FF2B5EF4-FFF2-40B4-BE49-F238E27FC236}">
                <a16:creationId xmlns:a16="http://schemas.microsoft.com/office/drawing/2014/main" id="{C66C91F0-F2CA-47FC-A3EE-1CE35524A559}"/>
              </a:ext>
            </a:extLst>
          </p:cNvPr>
          <p:cNvSpPr>
            <a:spLocks noGrp="1"/>
          </p:cNvSpPr>
          <p:nvPr/>
        </p:nvSpPr>
        <p:spPr>
          <a:xfrm>
            <a:off x="762000" y="2209800"/>
            <a:ext cx="53340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95000"/>
              </a:lnSpc>
              <a:buNone/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</a:t>
            </a:r>
          </a:p>
          <a:p>
            <a:pPr>
              <a:lnSpc>
                <a:spcPct val="95000"/>
              </a:lnSpc>
              <a:buNone/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谢谢</a:t>
            </a:r>
          </a:p>
        </p:txBody>
      </p:sp>
      <p:sp>
        <p:nvSpPr>
          <p:cNvPr id="5" name="closing">
            <a:extLst>
              <a:ext uri="{FF2B5EF4-FFF2-40B4-BE49-F238E27FC236}">
                <a16:creationId xmlns:a16="http://schemas.microsoft.com/office/drawing/2014/main" id="{5543F3F3-8BA8-403A-B7C2-6109B1F192F5}"/>
              </a:ext>
            </a:extLst>
          </p:cNvPr>
          <p:cNvSpPr>
            <a:spLocks noGrp="1"/>
          </p:cNvSpPr>
          <p:nvPr/>
        </p:nvSpPr>
        <p:spPr>
          <a:xfrm>
            <a:off x="800100" y="3905250"/>
            <a:ext cx="5810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4000"/>
              </a:lnSpc>
              <a:buNone/>
              <a:defRPr sz="1800">
                <a:solidFill>
                  <a:srgbClr val="D7E2F2"/>
                </a:solidFill>
                <a:latin typeface="Aptos"/>
                <a:ea typeface="Aptos"/>
                <a:cs typeface="Aptos"/>
              </a:defRPr>
            </a:pPr>
            <a:r>
              <a:rPr sz="1800" dirty="0" err="1">
                <a:solidFill>
                  <a:srgbClr val="D7E2F2"/>
                </a:solidFill>
                <a:latin typeface="Aptos"/>
                <a:ea typeface="Aptos"/>
                <a:cs typeface="Aptos"/>
              </a:rPr>
              <a:t>期待与全球技术领袖一起，构建开放、协同、可持续的</a:t>
            </a:r>
            <a:r>
              <a:rPr sz="1800" dirty="0">
                <a:solidFill>
                  <a:srgbClr val="D7E2F2"/>
                </a:solidFill>
                <a:latin typeface="Aptos"/>
                <a:ea typeface="Aptos"/>
                <a:cs typeface="Aptos"/>
              </a:rPr>
              <a:t> AI </a:t>
            </a:r>
            <a:r>
              <a:rPr sz="1800" dirty="0" err="1">
                <a:solidFill>
                  <a:srgbClr val="D7E2F2"/>
                </a:solidFill>
                <a:latin typeface="Aptos"/>
                <a:ea typeface="Aptos"/>
                <a:cs typeface="Aptos"/>
              </a:rPr>
              <a:t>创新生态</a:t>
            </a:r>
            <a:r>
              <a:rPr sz="1800" dirty="0">
                <a:solidFill>
                  <a:srgbClr val="D7E2F2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6" name="end-rule">
            <a:extLst>
              <a:ext uri="{FF2B5EF4-FFF2-40B4-BE49-F238E27FC236}">
                <a16:creationId xmlns:a16="http://schemas.microsoft.com/office/drawing/2014/main" id="{855F3D53-7CC3-49B8-B01A-7DA56AA77CE1}"/>
              </a:ext>
            </a:extLst>
          </p:cNvPr>
          <p:cNvSpPr>
            <a:spLocks noGrp="1"/>
          </p:cNvSpPr>
          <p:nvPr/>
        </p:nvSpPr>
        <p:spPr>
          <a:xfrm>
            <a:off x="800100" y="4895850"/>
            <a:ext cx="1905000" cy="0"/>
          </a:xfrm>
          <a:prstGeom prst="line">
            <a:avLst/>
          </a:prstGeom>
          <a:noFill/>
          <a:ln w="38100">
            <a:solidFill>
              <a:srgbClr val="FF7A45"/>
            </a:solidFill>
            <a:prstDash val="solid"/>
          </a:ln>
        </p:spPr>
      </p:sp>
      <p:sp>
        <p:nvSpPr>
          <p:cNvPr id="7" name="contact">
            <a:extLst>
              <a:ext uri="{FF2B5EF4-FFF2-40B4-BE49-F238E27FC236}">
                <a16:creationId xmlns:a16="http://schemas.microsoft.com/office/drawing/2014/main" id="{9BE9C6AD-7816-4A51-9FED-85D99892E42E}"/>
              </a:ext>
            </a:extLst>
          </p:cNvPr>
          <p:cNvSpPr>
            <a:spLocks noGrp="1"/>
          </p:cNvSpPr>
          <p:nvPr/>
        </p:nvSpPr>
        <p:spPr>
          <a:xfrm>
            <a:off x="800100" y="52197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/>
            <a:r>
              <a:rPr lang="zh-CN" altLang="en-US" sz="1100" b="0" i="0" u="none" strike="noStrike" dirty="0">
                <a:solidFill>
                  <a:schemeClr val="bg1">
                    <a:lumMod val="85000"/>
                  </a:schemeClr>
                </a:solidFill>
                <a:effectLst/>
                <a:latin typeface="Avenir" panose="02000503020000020003" pitchFamily="2" charset="0"/>
              </a:rPr>
              <a:t>构建全球化的有技术背景的优秀人才同侪学习成长平台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B679F85-E8CC-0776-35EA-019073768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442229"/>
            <a:ext cx="1943100" cy="34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6951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1303</TotalTime>
  <Words>245</Words>
  <Application>Microsoft Macintosh PowerPoint</Application>
  <DocSecurity>0</DocSecurity>
  <PresentationFormat>宽屏</PresentationFormat>
  <Paragraphs>66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Aptos</vt:lpstr>
      <vt:lpstr>Avenir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Office User</cp:lastModifiedBy>
  <cp:revision>2</cp:revision>
  <dcterms:created xsi:type="dcterms:W3CDTF">2026-07-08T09:50:29Z</dcterms:created>
  <dcterms:modified xsi:type="dcterms:W3CDTF">2026-07-09T07:48:17Z</dcterms:modified>
</cp:coreProperties>
</file>